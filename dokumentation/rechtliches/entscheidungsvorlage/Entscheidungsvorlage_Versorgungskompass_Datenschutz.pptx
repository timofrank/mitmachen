
<file path=[Content_Types].xml><?xml version="1.0" encoding="utf-8"?>
<Types xmlns="http://schemas.openxmlformats.org/package/2006/content-types">
  <Default Extension="xml" ContentType="application/vnd.openxmlformats-package.core-properties+xml"/>
  <Default Extension="wmf" ContentType="image/x-wm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71e45321454ef7" /><Relationship Type="http://schemas.openxmlformats.org/officeDocument/2006/relationships/extended-properties" Target="/docProps/app.xml" Id="R243769bcf15d4663" /><Relationship Type="http://schemas.openxmlformats.org/officeDocument/2006/relationships/officeDocument" Target="/ppt/presentation.xml" Id="R335e72c663ed43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9d871c57984020"/>
  </p:sldMasterIdLst>
  <p:notesMasterIdLst>
    <p:notesMasterId xmlns:r="http://schemas.openxmlformats.org/officeDocument/2006/relationships" r:id="R33cb0e20b56b40be"/>
  </p:notesMasterIdLst>
  <p:sldIdLst>
    <p:sldId xmlns:r="http://schemas.openxmlformats.org/officeDocument/2006/relationships" id="256" r:id="Rc46172ce2c22434b"/>
    <p:sldId xmlns:r="http://schemas.openxmlformats.org/officeDocument/2006/relationships" id="257" r:id="R5b16f59adf784431"/>
    <p:sldId xmlns:r="http://schemas.openxmlformats.org/officeDocument/2006/relationships" id="258" r:id="Re023f21910864e85"/>
    <p:sldId xmlns:r="http://schemas.openxmlformats.org/officeDocument/2006/relationships" id="259" r:id="R08e402cf886d4aaf"/>
    <p:sldId xmlns:r="http://schemas.openxmlformats.org/officeDocument/2006/relationships" id="260" r:id="Rf4a75f12da4a4dca"/>
    <p:sldId xmlns:r="http://schemas.openxmlformats.org/officeDocument/2006/relationships" id="261" r:id="R0cddbd65ef2a4c1b"/>
    <p:sldId xmlns:r="http://schemas.openxmlformats.org/officeDocument/2006/relationships" id="262" r:id="Rf35572c705414a47"/>
    <p:sldId xmlns:r="http://schemas.openxmlformats.org/officeDocument/2006/relationships" id="263" r:id="R19aebbb3a7c0441d"/>
    <p:sldId xmlns:r="http://schemas.openxmlformats.org/officeDocument/2006/relationships" id="264" r:id="Rcbd493e361d04934"/>
    <p:sldId xmlns:r="http://schemas.openxmlformats.org/officeDocument/2006/relationships" id="265" r:id="R1130490356c443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5d9131af214bf0" /><Relationship Type="http://schemas.openxmlformats.org/officeDocument/2006/relationships/slideMaster" Target="/ppt/slideMasters/slideMaster1.xml" Id="R189d871c57984020" /><Relationship Type="http://schemas.openxmlformats.org/officeDocument/2006/relationships/notesMaster" Target="/ppt/notesMasters/notesMaster1.xml" Id="R33cb0e20b56b40be" /><Relationship Type="http://schemas.openxmlformats.org/officeDocument/2006/relationships/presProps" Target="/ppt/presProps.xml" Id="R045a1ebdfce84ce7" /><Relationship Type="http://schemas.openxmlformats.org/officeDocument/2006/relationships/tableStyles" Target="/ppt/tableStyles.xml" Id="R451758c5e3d74ea0" /><Relationship Type="http://schemas.openxmlformats.org/officeDocument/2006/relationships/slide" Target="/ppt/slides/slide1.xml" Id="Rc46172ce2c22434b" /><Relationship Type="http://schemas.openxmlformats.org/officeDocument/2006/relationships/slide" Target="/ppt/slides/slide2.xml" Id="R5b16f59adf784431" /><Relationship Type="http://schemas.openxmlformats.org/officeDocument/2006/relationships/slide" Target="/ppt/slides/slide3.xml" Id="Re023f21910864e85" /><Relationship Type="http://schemas.openxmlformats.org/officeDocument/2006/relationships/slide" Target="/ppt/slides/slide4.xml" Id="R08e402cf886d4aaf" /><Relationship Type="http://schemas.openxmlformats.org/officeDocument/2006/relationships/slide" Target="/ppt/slides/slide5.xml" Id="Rf4a75f12da4a4dca" /><Relationship Type="http://schemas.openxmlformats.org/officeDocument/2006/relationships/slide" Target="/ppt/slides/slide6.xml" Id="R0cddbd65ef2a4c1b" /><Relationship Type="http://schemas.openxmlformats.org/officeDocument/2006/relationships/slide" Target="/ppt/slides/slide7.xml" Id="Rf35572c705414a47" /><Relationship Type="http://schemas.openxmlformats.org/officeDocument/2006/relationships/slide" Target="/ppt/slides/slide8.xml" Id="R19aebbb3a7c0441d" /><Relationship Type="http://schemas.openxmlformats.org/officeDocument/2006/relationships/slide" Target="/ppt/slides/slide9.xml" Id="Rcbd493e361d04934" /><Relationship Type="http://schemas.openxmlformats.org/officeDocument/2006/relationships/slide" Target="/ppt/slides/slide10.xml" Id="R1130490356c443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bb808f56a24e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gemantik">
  <a:themeElements>
    <a:clrScheme name="Benutzerdefiniert 5">
      <a:dk1>
        <a:srgbClr val="000E51"/>
      </a:dk1>
      <a:lt1>
        <a:srgbClr val="FFFFFF"/>
      </a:lt1>
      <a:dk2>
        <a:srgbClr val="8DA5C4"/>
      </a:dk2>
      <a:lt2>
        <a:srgbClr val="00766E"/>
      </a:lt2>
      <a:accent1>
        <a:srgbClr val="000E52"/>
      </a:accent1>
      <a:accent2>
        <a:srgbClr val="00FF64"/>
      </a:accent2>
      <a:accent3>
        <a:srgbClr val="4AFFFF"/>
      </a:accent3>
      <a:accent4>
        <a:srgbClr val="FF1B7C"/>
      </a:accent4>
      <a:accent5>
        <a:srgbClr val="EFEC00"/>
      </a:accent5>
      <a:accent6>
        <a:srgbClr val="42659F"/>
      </a:accent6>
      <a:hlink>
        <a:srgbClr val="000000"/>
      </a:hlink>
      <a:folHlink>
        <a:srgbClr val="000000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Benutzerdefiniert 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b7490894154102" /><Relationship Type="http://schemas.openxmlformats.org/officeDocument/2006/relationships/notesMaster" Target="/ppt/notesMasters/notesMaster1.xml" Id="Rd884676f51ea46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b4616b4fe5430a" /><Relationship Type="http://schemas.openxmlformats.org/officeDocument/2006/relationships/notesMaster" Target="/ppt/notesMasters/notesMaster1.xml" Id="R856cac984b314e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896776471d4e63" /><Relationship Type="http://schemas.openxmlformats.org/officeDocument/2006/relationships/notesMaster" Target="/ppt/notesMasters/notesMaster1.xml" Id="R53bd6e5310c946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e9d89776c74252" /><Relationship Type="http://schemas.openxmlformats.org/officeDocument/2006/relationships/notesMaster" Target="/ppt/notesMasters/notesMaster1.xml" Id="R0b3ab01ba2bd4e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a320994518427d" /><Relationship Type="http://schemas.openxmlformats.org/officeDocument/2006/relationships/notesMaster" Target="/ppt/notesMasters/notesMaster1.xml" Id="Rb81865069e3043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3f1b30eef84db3" /><Relationship Type="http://schemas.openxmlformats.org/officeDocument/2006/relationships/notesMaster" Target="/ppt/notesMasters/notesMaster1.xml" Id="Rc193c5d6b38146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510119e6a841f6" /><Relationship Type="http://schemas.openxmlformats.org/officeDocument/2006/relationships/notesMaster" Target="/ppt/notesMasters/notesMaster1.xml" Id="Rd50c5d3921fb42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f11d1fb3d24b77" /><Relationship Type="http://schemas.openxmlformats.org/officeDocument/2006/relationships/notesMaster" Target="/ppt/notesMasters/notesMaster1.xml" Id="R16539c976d7f43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697b6f85c1409f" /><Relationship Type="http://schemas.openxmlformats.org/officeDocument/2006/relationships/notesMaster" Target="/ppt/notesMasters/notesMaster1.xml" Id="Ra188434e7ff443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8964204ee54c7d" /><Relationship Type="http://schemas.openxmlformats.org/officeDocument/2006/relationships/notesMaster" Target="/ppt/notesMasters/notesMaster1.xml" Id="Ra596c96b6ec342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Entscheidungsvorlage für Management, Datenschutz, Legal und Compliance.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Source template: gematik presentation layout (repository-clean export)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Local asset: public/brand/mitmachen/icons/app-icon-512.png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Empfehlung: kontrollierter Produktivpilot mit höchstens 50 Kontakten und Prüfung nach vier Wochen.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Die konkrete Aufgaben- und Rechtsgrundlage wird vor Start durch Datenschutz und Legal bestätigt.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https://www.gesetze-im-internet.de/sgb_5/__311.html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https://www.gesetze-im-internet.de/bdsg_2018/__3.html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https://www.bverwg.de/de/200324U6C8.22.0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Diese Folie beschreibt fachliche Arbeitsbedarfe aus Team-Sicht, keine Datenschutzanforderungen.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Beispiele: geeignete Apotheken für einen Medikationsworkshop finden, Krankenhäuser zum Entlassmanagement beteiligen sowie Hospitationen und Formate teamübergreifend koordinieren.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Weitere Team-Use-Cases werden vor der Datenschutzbewertung gemeinsam ergänzt und priorisiert.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Internal: use cases supplied by the #Mitmachen product team, 30.07.2026.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Fachlicher Prüfgegenstand für den Datenschutzbeauftragten: Mitarbeitende müssen Kontakte suchen, auswählen, selbst anlegen oder aus geeigneten Quellen übernehmen können.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Die eigene Kontaktanlage umfasst insbesondere berufliche Kontakte aus persönlichen Gesprächen, ausgetauschten Visitenkarten sowie bestehendem E-Mail- oder Teams-Kontakt.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Weitere Funktionen sind die Zuordnung zu Formaten, Einladungs- und Teilnahmemanagement sowie die gemeinsame Bearbeitung von Hospitationen, Feedback und nächsten Schritten.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Benötigt werden berufliche Stammdaten und fachliche Merkmale sowie Vorgangsdaten zu Kontakten, Hospitationen, Formaten, Einladungen, Rückmeldungen, Teilnahme, Feedback und nächsten Schritten.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Diese Beschreibung begründet den Arbeitsbedarf. Rechtsgrundlagen, Transparenz, Zugriffe, Fristen und weitere Schutzmaßnahmen werden daraus anschließend mit Datenschutz und Compliance abgeleitet.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 xmlns:a="http://schemas.openxmlformats.org/drawingml/2006/main">
            <a:pPr marL="628560" lvl="1" indent="-171360" algn="l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Internal: functional requirements derived from the #Mitmachen product-team use cases, 30.07.2026.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Das Argument ist nicht, dass ein CRM automatisch zulässig ist.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Der Vorteil liegt in nachvollziehbaren Zwecken, Rollen, Fristen, Sperren und Betroffenenrechten gegenüber verteilten Listen.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https://eur-lex.europa.eu/legal-content/DE/TXT/HTML/?uri=CELEX:32016R0679</a:t>
            </a:r>
          </a:p>
          <a:p xmlns:a="http://schemas.openxmlformats.org/drawingml/2006/main"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Einwilligung ist kein Generalschlüssel.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Profilführung, Transparenz, konkrete Kommunikation und interner Zugriff werden getrennt entschieden.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https://eur-lex.europa.eu/legal-content/DE/TXT/HTML/?uri=CELEX:32016R0679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https://www.gesetze-im-internet.de/sgb_5/__311.html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Nicht im Pilot: private Daten, Fotos, Bewertungen, Scoring, besondere Kategorien personenbezogener Daten und Dossiers.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Die Erlaubnis für künftige Einladungen bleibt eine getrennte Berechtigungsachse.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https://eur-lex.europa.eu/legal-content/DE/TXT/HTML/?uri=CELEX:32016R0679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E-Health-Community-Daten ohne zusätzliche #Mitmachen-Einwilligung bleiben in der eigenen Fachsicht.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Ein Abgleich übernimmt nur nachweisbar freigegebene Minimaldaten, niemals Panelantworten oder Teilnahmehistorien.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https://www.gematik.de/datenschutz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https://www.gematik.de/datenschutz/umfrage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Allgemeine Nutzer sehen keine Vollprofile.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Technische Administration erhält keinen automatischen Inhaltszugriff; Ausnahmen werden protokolliert.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https://eur-lex.europa.eu/legal-content/DE/TXT/HTML/?uri=CELEX:32016R0679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Beschlussvorschlag: Pilot nach Erfüllung aller sechs Gruppen starten.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Falls die Rechtsgrundlage für selbst angelegte Personenkontakte nicht bestätigt wird, bleibt der Organisation-only-Modus aktiv.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https://eur-lex.europa.eu/legal-content/DE/TXT/HTML/?uri=CELEX:32016R0679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https://www.gesetze-im-internet.de/sgb_5/__311.html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fdf1a53a74e77" /><Relationship Type="http://schemas.openxmlformats.org/officeDocument/2006/relationships/image" Target="/ppt/media/image.wmf" Id="R8dd9f56db9bf43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8ab8ea53d4cda" /><Relationship Type="http://schemas.openxmlformats.org/officeDocument/2006/relationships/image" Target="/ppt/media/image.wmf" Id="Re724c335837d41b8" /><Relationship Type="http://schemas.openxmlformats.org/officeDocument/2006/relationships/image" Target="/ppt/media/image.png" Id="R62c7fac0884846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4f31b46e149f4" /><Relationship Type="http://schemas.openxmlformats.org/officeDocument/2006/relationships/image" Target="/ppt/media/image.wmf" Id="Re50790d6249745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17c9506d143ad" /><Relationship Type="http://schemas.openxmlformats.org/officeDocument/2006/relationships/image" Target="/ppt/media/image.wmf" Id="R21d7ff8758a3441d" /><Relationship Type="http://schemas.openxmlformats.org/officeDocument/2006/relationships/image" Target="/ppt/media/image2.wmf" Id="Rf8e1763286a34a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880deb2714fdb" /><Relationship Type="http://schemas.openxmlformats.org/officeDocument/2006/relationships/image" Target="/ppt/media/image.wmf" Id="Rd6ee3aa082554e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42cedde68428a" /><Relationship Type="http://schemas.openxmlformats.org/officeDocument/2006/relationships/image" Target="/ppt/media/image.wmf" Id="R022038228608493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355698d444e42" /><Relationship Type="http://schemas.openxmlformats.org/officeDocument/2006/relationships/image" Target="/ppt/media/image.wmf" Id="R91c100bc3f20436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30f3a32d748dd" /><Relationship Type="http://schemas.openxmlformats.org/officeDocument/2006/relationships/image" Target="/ppt/media/image.wmf" Id="R6c86ea912ddf417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c3c2050f374428" /><Relationship Type="http://schemas.openxmlformats.org/officeDocument/2006/relationships/image" Target="/ppt/media/image.wmf" Id="R60c135a46dff4d4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6a42d1390415e" /><Relationship Type="http://schemas.openxmlformats.org/officeDocument/2006/relationships/image" Target="/ppt/media/image.wmf" Id="R9750ac4853c34be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5eb46959445c8" /><Relationship Type="http://schemas.openxmlformats.org/officeDocument/2006/relationships/image" Target="/ppt/media/image.wmf" Id="Ree5dc50f6a1344d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c4d22c6c64520" /><Relationship Type="http://schemas.openxmlformats.org/officeDocument/2006/relationships/image" Target="/ppt/media/image.wmf" Id="R873dfc434ac7472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6bfc5416024bce" /><Relationship Type="http://schemas.openxmlformats.org/officeDocument/2006/relationships/image" Target="/ppt/media/image.wmf" Id="R4372fa687c6f40b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80cecc85a4a69" /><Relationship Type="http://schemas.openxmlformats.org/officeDocument/2006/relationships/image" Target="/ppt/media/image.wmf" Id="Rdef98438310f438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01b5fa32e4468" /><Relationship Type="http://schemas.openxmlformats.org/officeDocument/2006/relationships/image" Target="/ppt/media/image.wmf" Id="R24b45f96dc2447d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51145d419414c" /><Relationship Type="http://schemas.openxmlformats.org/officeDocument/2006/relationships/image" Target="/ppt/media/image.wmf" Id="Rce8ba0ff7a7749d0" /><Relationship Type="http://schemas.openxmlformats.org/officeDocument/2006/relationships/image" Target="/ppt/media/image2.wmf" Id="Ref213c2da7a14a3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9405e1e4c4f5e" /><Relationship Type="http://schemas.openxmlformats.org/officeDocument/2006/relationships/image" Target="/ppt/media/image.wmf" Id="R29e865ad535d4cc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507d1ebb44248" /><Relationship Type="http://schemas.openxmlformats.org/officeDocument/2006/relationships/image" Target="/ppt/media/image.wmf" Id="Ra23a3badb04f4bfc" /><Relationship Type="http://schemas.openxmlformats.org/officeDocument/2006/relationships/image" Target="/ppt/media/image.png" Id="R2dd9795eb8b64eb2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ac9e8073064d27" /><Relationship Type="http://schemas.openxmlformats.org/officeDocument/2006/relationships/image" Target="/ppt/media/image.wmf" Id="R281d6641fc8244c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2362a33aa4147" /><Relationship Type="http://schemas.openxmlformats.org/officeDocument/2006/relationships/image" Target="/ppt/media/image.wmf" Id="R73096c0dd7564955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fdc6c9dd004107" /><Relationship Type="http://schemas.openxmlformats.org/officeDocument/2006/relationships/image" Target="/ppt/media/image.wmf" Id="R29e8a2889f16440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5bb3ada9041f8" /><Relationship Type="http://schemas.openxmlformats.org/officeDocument/2006/relationships/image" Target="/ppt/media/image.wmf" Id="Ra8ebba3d6edf473e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18e2cd43e4dae" /><Relationship Type="http://schemas.openxmlformats.org/officeDocument/2006/relationships/image" Target="/ppt/media/image.wmf" Id="Rf4f5baa221964684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89d8d6b004313" /><Relationship Type="http://schemas.openxmlformats.org/officeDocument/2006/relationships/image" Target="/ppt/media/image.wmf" Id="R5d27734a431a436d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8af9bb58d04bad" /><Relationship Type="http://schemas.openxmlformats.org/officeDocument/2006/relationships/image" Target="/ppt/media/image.wmf" Id="Rd27ab6f318294146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d75a0873045d2" /><Relationship Type="http://schemas.openxmlformats.org/officeDocument/2006/relationships/image" Target="/ppt/media/image.wmf" Id="R8a808ef001d34ecb" /><Relationship Type="http://schemas.openxmlformats.org/officeDocument/2006/relationships/image" Target="/ppt/media/image.png" Id="R436ff7f374a54b3f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7af45b5c0498e" /><Relationship Type="http://schemas.openxmlformats.org/officeDocument/2006/relationships/image" Target="/ppt/media/image.wmf" Id="Rd9ce21b3390e4779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bb92c90704943" /><Relationship Type="http://schemas.openxmlformats.org/officeDocument/2006/relationships/image" Target="/ppt/media/image.wmf" Id="Rf4c1db3bbf1e499d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f1a5ccc9c4d4a" /><Relationship Type="http://schemas.openxmlformats.org/officeDocument/2006/relationships/image" Target="/ppt/media/image.wmf" Id="R5e05acf66ebc47ec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cfde628a64ade" /><Relationship Type="http://schemas.openxmlformats.org/officeDocument/2006/relationships/image" Target="/ppt/media/image.wmf" Id="Ra0103eb0ba9e4f7f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89a218f484701" /><Relationship Type="http://schemas.openxmlformats.org/officeDocument/2006/relationships/image" Target="/ppt/media/image.wmf" Id="Rd3730f49214945ad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380d8d0f5448cf" /><Relationship Type="http://schemas.openxmlformats.org/officeDocument/2006/relationships/image" Target="/ppt/media/image.wmf" Id="R08955827f19d4e47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5fb042331414b" /><Relationship Type="http://schemas.openxmlformats.org/officeDocument/2006/relationships/image" Target="/ppt/media/image.wmf" Id="R3cad3a53390c48e8" /><Relationship Type="http://schemas.openxmlformats.org/officeDocument/2006/relationships/image" Target="/ppt/media/image2.wmf" Id="R3d11217b78754fd8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404dcc4a24e8b" /><Relationship Type="http://schemas.openxmlformats.org/officeDocument/2006/relationships/image" Target="/ppt/media/image.wmf" Id="R7495223e0b7f4271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f09f61ad84d29" /><Relationship Type="http://schemas.openxmlformats.org/officeDocument/2006/relationships/image" Target="/ppt/media/image.wmf" Id="R5b2edc3f6473491a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71c60f625f4e5d" /><Relationship Type="http://schemas.openxmlformats.org/officeDocument/2006/relationships/image" Target="/ppt/media/image.wmf" Id="R8d8bc2e11a304e3c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0e871366b4c6d" /><Relationship Type="http://schemas.openxmlformats.org/officeDocument/2006/relationships/image" Target="/ppt/media/image.wmf" Id="Rf405fddba4f14b38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48ca77b734f79" /><Relationship Type="http://schemas.openxmlformats.org/officeDocument/2006/relationships/image" Target="/ppt/media/image.wmf" Id="Rd30290a85911434d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464fceb3904a1a" /><Relationship Type="http://schemas.openxmlformats.org/officeDocument/2006/relationships/image" Target="/ppt/media/image.wmf" Id="Rf75d3d40a3d74f86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c5575ae624fd7" /><Relationship Type="http://schemas.openxmlformats.org/officeDocument/2006/relationships/image" Target="/ppt/media/image.wmf" Id="R0a1aebaa43cc4086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70a7fd89646ed" /><Relationship Type="http://schemas.openxmlformats.org/officeDocument/2006/relationships/image" Target="/ppt/media/image.wmf" Id="Rb99597aaa91a4cfe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a09a3ac0940aa" /><Relationship Type="http://schemas.openxmlformats.org/officeDocument/2006/relationships/image" Target="/ppt/media/image.wmf" Id="Rd1807d4e74834f01" /></Relationships>
</file>

<file path=ppt/slideLayouts/slideLayout1.xml><?xml version="1.0" encoding="utf-8"?>
<p:sldLayout xmlns:p="http://schemas.openxmlformats.org/presentationml/2006/main" type="blank" preserve="1">
  <p:cSld name="Tabelle 8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B4AAD4E5-1171-4654-8FD8-11769ECE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0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9f56db9bf4352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725625D-CF8D-4E56-931C-18051D28DB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7152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5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7D3653C0-C8EB-43E5-B535-D902B70C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00" y="1836720"/>
            <a:ext cx="540108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EB9C71E-EB1A-42BC-8197-24A2528B177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81760" y="2523240"/>
            <a:ext cx="540108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7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5EA6912B-6F6B-40D8-8207-A8919AD6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920" y="1836720"/>
            <a:ext cx="540108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4F36BCF-282D-4854-B515-42962E8ABDF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231960" y="2523240"/>
            <a:ext cx="539604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9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67629F42-ECE6-48F9-8965-F3497802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00" y="4062960"/>
            <a:ext cx="540108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1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FAD5EB7-75E8-420F-ADFA-0751EDA2F10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86440" y="4749840"/>
            <a:ext cx="539604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11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FE8FD9D3-CC3B-4862-9142-32817A7C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720" y="4062960"/>
            <a:ext cx="540108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12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8674CBD7-3210-47D2-A1E8-3AFE57AD76B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247080" y="4749840"/>
            <a:ext cx="540108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pic>
        <p:nvPicPr>
          <p:cNvPr id="30" name="Grafik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9f56db9bf4352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4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646C4606-766D-4BF3-9CB8-DAD43A094575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15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EC63EEF4-F8BF-4CD5-8469-0A7A79B15A93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6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BD7400AC-1E33-4267-99D2-0254E58D67F3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2779B7EC-6BE0-441C-9FD2-129EE9A465FD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elfolie 3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C7D2999A-39D5-428A-A9C9-1974E6B4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4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4c335837d41b8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D781FCE-08B6-4927-8BC1-E9D17E9ABF1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2600" y="1732680"/>
            <a:ext cx="6262200" cy="165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defRPr sz="3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Titel der Präsentation</a:t>
            </a:r>
            <a:br/>
            <a:r>
              <a:rPr sz="3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kann bis zu drei Zeilen</a:t>
            </a:r>
          </a:p>
        </p:txBody>
      </p:sp>
      <p:sp>
        <p:nvSpPr>
          <p:cNvPr id="2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26FC2E9-9E91-4CB5-BF16-00664907B25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34200" y="0"/>
            <a:ext cx="4957560" cy="685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pic>
        <p:nvPicPr>
          <p:cNvPr id="27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7fac0884846de"/>
          <a:stretch xmlns:a="http://schemas.openxmlformats.org/drawingml/2006/main"/>
        </p:blipFill>
        <p:spPr>
          <a:xfrm xmlns:a="http://schemas.openxmlformats.org/drawingml/2006/main">
            <a:off x="300240" y="178560"/>
            <a:ext cx="3236040" cy="1215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type="blank" preserve="1">
  <p:cSld name="Bildergalerie 3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9173977D-B6DD-4F65-AD41-7F40A046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4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790d624974519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8C87AB4-6FB0-4EC0-9967-BD068E3A11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9456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2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CF5BA72-6D29-4271-8383-7B450F3597C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42880" y="1836720"/>
            <a:ext cx="5374800" cy="42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sp>
        <p:nvSpPr>
          <p:cNvPr id="2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95E43CC-F3D6-4F2C-8D74-57546435DBC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267600" y="1836720"/>
            <a:ext cx="5374800" cy="42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pic>
        <p:nvPicPr>
          <p:cNvPr id="38" name="Grafik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790d624974519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C396013B-F78C-4226-83AE-B4454EDA2A89}"/>
              </a:ext>
            </a:extLst>
          </p:cNvPr>
          <p:cNvSpPr>
            <a:spLocks xmlns:a="http://schemas.openxmlformats.org/drawingml/2006/main" noGrp="1"/>
          </p:cNvSpPr>
          <p:nvPr>
            <p:ph type="dt" idx="4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2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BB2FB471-325B-42A6-8389-D4C1C808199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30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B5F4DE56-AEDC-4754-9342-AFF9367E8FAD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B9A717A6-728A-4997-BF8E-DC77499B7F5E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Abschluss">
    <p:bg>
      <p:bgPr>
        <a:solidFill xmlns:a="http://schemas.openxmlformats.org/drawingml/2006/main">
          <a:srgbClr val="000E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0EC974BF-68AE-4A60-B6B0-13145D67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2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7ff8758a3441d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68F9A7-5F85-47EA-B556-ECAFB3095E2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3320" y="1836720"/>
            <a:ext cx="9791640" cy="193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defRPr sz="4000" b="1" u="none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r>
              <a:rPr sz="4000" b="1" u="none">
                <a:solidFill>
                  <a:schemeClr val="accent2"/>
                </a:solidFill>
                <a:latin typeface="Verdana"/>
                <a:ea typeface="Verdana"/>
                <a:cs typeface="Verdana"/>
              </a:rPr>
              <a:t>»Statements werden möglichst kurz gehalten.«</a:t>
            </a:r>
          </a:p>
        </p:txBody>
      </p:sp>
      <p:sp>
        <p:nvSpPr>
          <p:cNvPr id="3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E7BF3B9-3F3C-420C-A7F0-A41CB9136ED4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554040" y="4353480"/>
            <a:ext cx="5452560" cy="3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ts val="2401"/>
              </a:lnSpc>
              <a:buNone/>
              <a:tabLst>
                <a:tab pos="0" algn="l"/>
              </a:tabLst>
              <a:defRPr sz="1800" b="1" u="none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chemeClr val="lt1"/>
                </a:solidFill>
                <a:latin typeface="Verdana"/>
                <a:ea typeface="Verdana"/>
                <a:cs typeface="Verdana"/>
              </a:rPr>
              <a:t>Kontaktdaten</a:t>
            </a:r>
          </a:p>
        </p:txBody>
      </p:sp>
      <p:sp>
        <p:nvSpPr>
          <p:cNvPr id="3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95DA755-1686-44E0-A54F-6222C4B8F2FB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554040" y="4969440"/>
            <a:ext cx="5452560" cy="105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ts val="2401"/>
              </a:lnSpc>
              <a:buNone/>
              <a:tabLst>
                <a:tab pos="0" algn="l"/>
              </a:tabLst>
              <a:defRPr sz="1800" b="0" u="none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1pPr>
            <a:lvl2pPr indent="0" algn="l" defTabSz="914400">
              <a:lnSpc>
                <a:spcPts val="2401"/>
              </a:lnSpc>
              <a:buNone/>
              <a:tabLst>
                <a:tab pos="0" algn="l"/>
              </a:tabLst>
              <a:defRPr sz="1800" b="0" u="none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ts val="2401"/>
              </a:lnSpc>
              <a:buNone/>
              <a:tabLst>
                <a:tab pos="0" algn="l"/>
              </a:tabLst>
              <a:defRPr sz="1800" b="0" u="none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chemeClr val="lt1"/>
                </a:solidFill>
                <a:latin typeface="Verdana"/>
                <a:ea typeface="Verdana"/>
                <a:cs typeface="Verdana"/>
              </a:rPr>
              <a:t>Max Mustermann</a:t>
            </a:r>
          </a:p>
          <a:p xmlns:a="http://schemas.openxmlformats.org/drawingml/2006/main">
            <a:pPr indent="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chemeClr val="lt1"/>
                </a:solidFill>
                <a:latin typeface="Verdana"/>
                <a:ea typeface="Verdana"/>
                <a:cs typeface="Verdana"/>
              </a:rPr>
              <a:t>01234 – 567890</a:t>
            </a:r>
          </a:p>
          <a:p xmlns:a="http://schemas.openxmlformats.org/drawingml/2006/main">
            <a:pPr indent="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chemeClr val="lt1"/>
                </a:solidFill>
                <a:latin typeface="Verdana"/>
                <a:ea typeface="Verdana"/>
                <a:cs typeface="Verdana"/>
              </a:rPr>
              <a:t>max.mustermann@gematik.de</a:t>
            </a:r>
          </a:p>
        </p:txBody>
      </p:sp>
      <p:sp>
        <p:nvSpPr>
          <p:cNvPr id="3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F83ED424-C918-4C18-AD78-8703FF2A979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3B539640-B5F0-480E-8468-D3DE6A57FB9C}" type="slidenum">
              <a: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  <p:sp>
        <p:nvSpPr>
          <p:cNvPr id="37" name="Textfeld 4">
            <a:extLst xmlns:a="http://schemas.openxmlformats.org/drawingml/2006/main">
              <a:ext uri="{FF2B5EF4-FFF2-40B4-BE49-F238E27FC236}">
                <a16:creationId xmlns:a16="http://schemas.microsoft.com/office/drawing/2014/main" id="{07FC4E73-E4A1-4C2A-91B4-0771D398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40" y="6478200"/>
            <a:ext cx="802440" cy="212040"/>
          </a:xfrm>
          <a:prstGeom xmlns:a="http://schemas.openxmlformats.org/drawingml/2006/main" prst="rect">
            <a:avLst/>
          </a:prstGeom>
          <a:blipFill xmlns:a="http://schemas.openxmlformats.org/drawingml/2006/main" rotWithShape="0">
            <a:blip xmlns:r="http://schemas.openxmlformats.org/officeDocument/2006/relationships" r:embed="Rf8e1763286a34af2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15219A3-B306-44F6-8CBB-74D5DF7BA6ED}"/>
              </a:ext>
            </a:extLst>
          </p:cNvPr>
          <p:cNvSpPr>
            <a:spLocks xmlns:a="http://schemas.openxmlformats.org/drawingml/2006/main" noGrp="1"/>
          </p:cNvSpPr>
          <p:nvPr>
            <p:ph type="dt" idx="8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39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0D424488-B29F-47EF-9FD4-8DD770161664}"/>
              </a:ext>
            </a:extLst>
          </p:cNvPr>
          <p:cNvSpPr>
            <a:spLocks xmlns:a="http://schemas.openxmlformats.org/drawingml/2006/main" noGrp="1"/>
          </p:cNvSpPr>
          <p:nvPr>
            <p:ph type="ftr" idx="9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abelle 10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24E880C0-7DC2-42D6-BA93-00E1993D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77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e3aa082554eae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5CCE492-962E-4B4A-A3C8-337701CC54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8304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43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4C534F92-21B1-4963-AA90-C6F86542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440" y="1836720"/>
            <a:ext cx="2648520" cy="28944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Jahr</a:t>
            </a:r>
          </a:p>
        </p:txBody>
      </p:sp>
      <p:sp>
        <p:nvSpPr>
          <p:cNvPr id="4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69E5B40-11A9-457C-8BCE-15D4C2959C97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3448440" y="2172600"/>
            <a:ext cx="647640" cy="208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2000" tIns="72000" rIns="72000" bIns="90000" anchor="ctr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Quartal</a:t>
            </a:r>
          </a:p>
        </p:txBody>
      </p:sp>
      <p:sp>
        <p:nvSpPr>
          <p:cNvPr id="4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C5BB940-2248-42DE-93B1-ABC4BC4708B7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4115520" y="2172600"/>
            <a:ext cx="647640" cy="208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2000" tIns="72000" rIns="72000" bIns="90000" anchor="ctr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Quartal</a:t>
            </a:r>
          </a:p>
        </p:txBody>
      </p:sp>
      <p:sp>
        <p:nvSpPr>
          <p:cNvPr id="4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E8248E2-1E1E-40A0-A71F-A64DFD2FC47C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4782600" y="2172600"/>
            <a:ext cx="647640" cy="208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2000" tIns="72000" rIns="72000" bIns="90000" anchor="ctr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Quartal</a:t>
            </a:r>
          </a:p>
        </p:txBody>
      </p:sp>
      <p:sp>
        <p:nvSpPr>
          <p:cNvPr id="47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D15BEE0E-8A4A-4015-98D0-F66AE875E2C1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5449320" y="2172600"/>
            <a:ext cx="647640" cy="208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2000" tIns="72000" rIns="72000" bIns="90000" anchor="ctr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Quartal</a:t>
            </a:r>
          </a:p>
        </p:txBody>
      </p:sp>
      <p:sp>
        <p:nvSpPr>
          <p:cNvPr id="48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BA833AFC-D06B-4B03-9D04-A26577A1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440" y="1836720"/>
            <a:ext cx="2648520" cy="28944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Jahr</a:t>
            </a:r>
          </a:p>
        </p:txBody>
      </p:sp>
      <p:sp>
        <p:nvSpPr>
          <p:cNvPr id="49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4C1CD196-0670-4BE2-9AF2-B2382C6D8CC3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6220440" y="2172600"/>
            <a:ext cx="647640" cy="208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2000" tIns="72000" rIns="72000" bIns="90000" anchor="ctr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Quartal</a:t>
            </a:r>
          </a:p>
        </p:txBody>
      </p:sp>
      <p:sp>
        <p:nvSpPr>
          <p:cNvPr id="50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E570B09F-A5F1-4A38-8E80-5D31B008BFDD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6887160" y="2172600"/>
            <a:ext cx="647640" cy="208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2000" tIns="72000" rIns="72000" bIns="90000" anchor="ctr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Quartal</a:t>
            </a:r>
          </a:p>
        </p:txBody>
      </p:sp>
      <p:sp>
        <p:nvSpPr>
          <p:cNvPr id="51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D7CBCFB0-B539-49FC-9D8C-5A40F3B88EAB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7554240" y="2172600"/>
            <a:ext cx="647640" cy="208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2000" tIns="72000" rIns="72000" bIns="90000" anchor="ctr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Quartal</a:t>
            </a:r>
          </a:p>
        </p:txBody>
      </p:sp>
      <p:sp>
        <p:nvSpPr>
          <p:cNvPr id="52" name="PlaceHolder 9">
            <a:extLst xmlns:a="http://schemas.openxmlformats.org/drawingml/2006/main">
              <a:ext uri="{FF2B5EF4-FFF2-40B4-BE49-F238E27FC236}">
                <a16:creationId xmlns:a16="http://schemas.microsoft.com/office/drawing/2014/main" id="{DE52B30A-84D4-4879-8B37-555F137937C4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8221320" y="2172600"/>
            <a:ext cx="647640" cy="208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2000" tIns="72000" rIns="72000" bIns="90000" anchor="ctr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Quartal</a:t>
            </a:r>
          </a:p>
        </p:txBody>
      </p:sp>
      <p:sp>
        <p:nvSpPr>
          <p:cNvPr id="53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9F93C71B-482A-4FD4-B874-177B9422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200" y="1836720"/>
            <a:ext cx="2648520" cy="28944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Jahr</a:t>
            </a:r>
          </a:p>
        </p:txBody>
      </p:sp>
      <p:sp>
        <p:nvSpPr>
          <p:cNvPr id="54" name="PlaceHolder 10">
            <a:extLst xmlns:a="http://schemas.openxmlformats.org/drawingml/2006/main">
              <a:ext uri="{FF2B5EF4-FFF2-40B4-BE49-F238E27FC236}">
                <a16:creationId xmlns:a16="http://schemas.microsoft.com/office/drawing/2014/main" id="{C7BCCC8D-9F0A-4942-BE04-4A3C71CB3CAA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8989200" y="2172600"/>
            <a:ext cx="647640" cy="208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2000" tIns="72000" rIns="72000" bIns="90000" anchor="ctr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Quartal</a:t>
            </a:r>
          </a:p>
        </p:txBody>
      </p:sp>
      <p:sp>
        <p:nvSpPr>
          <p:cNvPr id="55" name="PlaceHolder 11">
            <a:extLst xmlns:a="http://schemas.openxmlformats.org/drawingml/2006/main">
              <a:ext uri="{FF2B5EF4-FFF2-40B4-BE49-F238E27FC236}">
                <a16:creationId xmlns:a16="http://schemas.microsoft.com/office/drawing/2014/main" id="{CBC6277C-A8E8-4BE7-A232-D1ABCB6368E0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9655920" y="2172600"/>
            <a:ext cx="647640" cy="208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2000" tIns="72000" rIns="72000" bIns="90000" anchor="ctr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Quartal</a:t>
            </a:r>
          </a:p>
        </p:txBody>
      </p:sp>
      <p:sp>
        <p:nvSpPr>
          <p:cNvPr id="56" name="PlaceHolder 12">
            <a:extLst xmlns:a="http://schemas.openxmlformats.org/drawingml/2006/main">
              <a:ext uri="{FF2B5EF4-FFF2-40B4-BE49-F238E27FC236}">
                <a16:creationId xmlns:a16="http://schemas.microsoft.com/office/drawing/2014/main" id="{08FA93A1-4982-48C6-A41A-9E4DEADAFB33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10323000" y="2172600"/>
            <a:ext cx="647640" cy="208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2000" tIns="72000" rIns="72000" bIns="90000" anchor="ctr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Quartal</a:t>
            </a:r>
          </a:p>
        </p:txBody>
      </p:sp>
      <p:sp>
        <p:nvSpPr>
          <p:cNvPr id="57" name="PlaceHolder 13">
            <a:extLst xmlns:a="http://schemas.openxmlformats.org/drawingml/2006/main">
              <a:ext uri="{FF2B5EF4-FFF2-40B4-BE49-F238E27FC236}">
                <a16:creationId xmlns:a16="http://schemas.microsoft.com/office/drawing/2014/main" id="{5BF663E6-066E-4C86-BAF2-0081B2E0A3DD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10990080" y="2172600"/>
            <a:ext cx="647640" cy="208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2000" tIns="72000" rIns="72000" bIns="90000" anchor="ctr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Quartal</a:t>
            </a:r>
          </a:p>
        </p:txBody>
      </p:sp>
      <p:sp>
        <p:nvSpPr>
          <p:cNvPr id="58" name="PlaceHolder 14">
            <a:extLst xmlns:a="http://schemas.openxmlformats.org/drawingml/2006/main">
              <a:ext uri="{FF2B5EF4-FFF2-40B4-BE49-F238E27FC236}">
                <a16:creationId xmlns:a16="http://schemas.microsoft.com/office/drawing/2014/main" id="{CB76682A-7A15-492E-ACD8-263F7C96A02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6160" y="2444400"/>
            <a:ext cx="11131560" cy="267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59" name="PlaceHolder 15">
            <a:extLst xmlns:a="http://schemas.openxmlformats.org/drawingml/2006/main">
              <a:ext uri="{FF2B5EF4-FFF2-40B4-BE49-F238E27FC236}">
                <a16:creationId xmlns:a16="http://schemas.microsoft.com/office/drawing/2014/main" id="{8E024B28-3DDD-4C9A-8E19-71A9626AB87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6160" y="2749320"/>
            <a:ext cx="11131560" cy="2678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60" name="PlaceHolder 16">
            <a:extLst xmlns:a="http://schemas.openxmlformats.org/drawingml/2006/main">
              <a:ext uri="{FF2B5EF4-FFF2-40B4-BE49-F238E27FC236}">
                <a16:creationId xmlns:a16="http://schemas.microsoft.com/office/drawing/2014/main" id="{88899BC2-3BC1-4386-99C2-3CD2EA132C4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6160" y="3057120"/>
            <a:ext cx="11131560" cy="2678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61" name="PlaceHolder 17">
            <a:extLst xmlns:a="http://schemas.openxmlformats.org/drawingml/2006/main">
              <a:ext uri="{FF2B5EF4-FFF2-40B4-BE49-F238E27FC236}">
                <a16:creationId xmlns:a16="http://schemas.microsoft.com/office/drawing/2014/main" id="{EFCF1D9A-79F4-446C-A4B9-F74B219B9DE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6160" y="3467520"/>
            <a:ext cx="11131560" cy="267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62" name="PlaceHolder 18">
            <a:extLst xmlns:a="http://schemas.openxmlformats.org/drawingml/2006/main">
              <a:ext uri="{FF2B5EF4-FFF2-40B4-BE49-F238E27FC236}">
                <a16:creationId xmlns:a16="http://schemas.microsoft.com/office/drawing/2014/main" id="{BBDAD8A2-FB61-4CE5-9DD8-ACA60CE9307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6160" y="3772440"/>
            <a:ext cx="11131560" cy="2678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63" name="PlaceHolder 19">
            <a:extLst xmlns:a="http://schemas.openxmlformats.org/drawingml/2006/main">
              <a:ext uri="{FF2B5EF4-FFF2-40B4-BE49-F238E27FC236}">
                <a16:creationId xmlns:a16="http://schemas.microsoft.com/office/drawing/2014/main" id="{54106F91-EA26-4745-8B53-A6D95982196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6160" y="4080600"/>
            <a:ext cx="11131560" cy="2678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64" name="PlaceHolder 20">
            <a:extLst xmlns:a="http://schemas.openxmlformats.org/drawingml/2006/main">
              <a:ext uri="{FF2B5EF4-FFF2-40B4-BE49-F238E27FC236}">
                <a16:creationId xmlns:a16="http://schemas.microsoft.com/office/drawing/2014/main" id="{28ABC413-8083-4705-BE50-C5DA4F8D2BA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6160" y="4496760"/>
            <a:ext cx="11131560" cy="267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65" name="PlaceHolder 21">
            <a:extLst xmlns:a="http://schemas.openxmlformats.org/drawingml/2006/main">
              <a:ext uri="{FF2B5EF4-FFF2-40B4-BE49-F238E27FC236}">
                <a16:creationId xmlns:a16="http://schemas.microsoft.com/office/drawing/2014/main" id="{F5BC5363-EB27-430D-BB99-A0D25573330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6160" y="4801680"/>
            <a:ext cx="11131560" cy="2678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66" name="PlaceHolder 22">
            <a:extLst xmlns:a="http://schemas.openxmlformats.org/drawingml/2006/main">
              <a:ext uri="{FF2B5EF4-FFF2-40B4-BE49-F238E27FC236}">
                <a16:creationId xmlns:a16="http://schemas.microsoft.com/office/drawing/2014/main" id="{188B3D2B-133F-47CC-BB12-397EBF68579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6160" y="5109480"/>
            <a:ext cx="11131560" cy="2678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67" name="PlaceHolder 23">
            <a:extLst xmlns:a="http://schemas.openxmlformats.org/drawingml/2006/main">
              <a:ext uri="{FF2B5EF4-FFF2-40B4-BE49-F238E27FC236}">
                <a16:creationId xmlns:a16="http://schemas.microsoft.com/office/drawing/2014/main" id="{6079818A-5076-4693-9BB2-D34D1C423BD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3960" y="5892120"/>
            <a:ext cx="956520" cy="26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68" name="PlaceHolder 24">
            <a:extLst xmlns:a="http://schemas.openxmlformats.org/drawingml/2006/main">
              <a:ext uri="{FF2B5EF4-FFF2-40B4-BE49-F238E27FC236}">
                <a16:creationId xmlns:a16="http://schemas.microsoft.com/office/drawing/2014/main" id="{04026504-9303-4551-865D-A4C3DA63255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2405880" y="5892120"/>
            <a:ext cx="956520" cy="26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69" name="PlaceHolder 25">
            <a:extLst xmlns:a="http://schemas.openxmlformats.org/drawingml/2006/main">
              <a:ext uri="{FF2B5EF4-FFF2-40B4-BE49-F238E27FC236}">
                <a16:creationId xmlns:a16="http://schemas.microsoft.com/office/drawing/2014/main" id="{47503D98-2E23-4F4D-8C21-AE97E1F0CB0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031640" y="5892120"/>
            <a:ext cx="956520" cy="26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pic>
        <p:nvPicPr>
          <p:cNvPr id="106" name="Grafik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e3aa082554eae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1" name="PlaceHolder 26">
            <a:extLst xmlns:a="http://schemas.openxmlformats.org/drawingml/2006/main">
              <a:ext uri="{FF2B5EF4-FFF2-40B4-BE49-F238E27FC236}">
                <a16:creationId xmlns:a16="http://schemas.microsoft.com/office/drawing/2014/main" id="{B6F99D9E-2ABD-4761-8FE6-8D4ED81AEE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72" name="PlaceHolder 27">
            <a:extLst xmlns:a="http://schemas.openxmlformats.org/drawingml/2006/main">
              <a:ext uri="{FF2B5EF4-FFF2-40B4-BE49-F238E27FC236}">
                <a16:creationId xmlns:a16="http://schemas.microsoft.com/office/drawing/2014/main" id="{A608C9BB-81C3-402C-93BE-92505E7B4A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73" name="PlaceHolder 28">
            <a:extLst xmlns:a="http://schemas.openxmlformats.org/drawingml/2006/main">
              <a:ext uri="{FF2B5EF4-FFF2-40B4-BE49-F238E27FC236}">
                <a16:creationId xmlns:a16="http://schemas.microsoft.com/office/drawing/2014/main" id="{EBB63EF1-E334-4B90-8162-1B48E3159F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17D2F347-1057-49B3-BD11-F9BDBB7BE8AF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Zitat 2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7EF75AF8-F393-45BF-BC8E-F426946B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85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0382286084933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21C0879-B1D9-4B11-BDF9-500CE8E007E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3320" y="1032480"/>
            <a:ext cx="11089080" cy="471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3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»Sollte es doch mal ein etwas längerer Text sein, empfiehlt es sich den Text auf weißem Untergrund zu setzen, da das Lesen so vereinfacht wird und es mehr Spaß macht.«</a:t>
            </a:r>
          </a:p>
        </p:txBody>
      </p:sp>
      <p:pic>
        <p:nvPicPr>
          <p:cNvPr id="87" name="Grafik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0382286084933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7B97361-340B-4791-8567-B702A75CFDEF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7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35B1FD6-410A-41F7-BED6-F4317FAEED66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8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A6C0A96-BA6E-401E-A633-FE0D397FB1AE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EF5E7E93-D3ED-4868-881E-11048838E849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  <p:sp>
        <p:nvSpPr>
          <p:cNvPr id="8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B7813956-93AF-49B7-AD63-7880D362017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indent="0" algn="l" defTabSz="914400">
              <a:lnSpc>
                <a:spcPts val="2401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algn="l" defTabSz="914400">
              <a:lnSpc>
                <a:spcPts val="2401"/>
              </a:lnSpc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algn="l" defTabSz="914400">
              <a:lnSpc>
                <a:spcPts val="2401"/>
              </a:lnSpc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  <a:lvl4pPr algn="l" defTabSz="914400">
              <a:lnSpc>
                <a:spcPts val="2401"/>
              </a:lnSpc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4pPr>
            <a:lvl5pPr algn="l" defTabSz="914400">
              <a:lnSpc>
                <a:spcPts val="2401"/>
              </a:lnSpc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5pPr>
            <a:lvl6pPr algn="l" defTabSz="914400">
              <a:lnSpc>
                <a:spcPts val="2401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20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6pPr>
            <a:lvl7pPr algn="l" defTabSz="914400">
              <a:lnSpc>
                <a:spcPts val="2401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20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7pPr>
          </a:lstStyle>
          <a:p xmlns:a="http://schemas.openxmlformats.org/drawingml/2006/main">
            <a:pPr indent="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Click to edit the outline text format</a:t>
            </a:r>
          </a:p>
          <a:p xmlns:a="http://schemas.openxmlformats.org/drawingml/2006/main">
            <a:pPr marL="864000" lvl="1" indent="-324000" algn="l" defTabSz="914400">
              <a:lnSpc>
                <a:spcPts val="2401"/>
              </a:lnSpc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Second Outline Level</a:t>
            </a:r>
          </a:p>
          <a:p xmlns:a="http://schemas.openxmlformats.org/drawingml/2006/main">
            <a:pPr marL="1296000" lvl="2" indent="-288000" algn="l" defTabSz="914400">
              <a:lnSpc>
                <a:spcPts val="2401"/>
              </a:lnSpc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Third Outline Level</a:t>
            </a:r>
          </a:p>
          <a:p xmlns:a="http://schemas.openxmlformats.org/drawingml/2006/main">
            <a:pPr marL="1728000" lvl="3" indent="-216000" algn="l" defTabSz="914400">
              <a:lnSpc>
                <a:spcPts val="2401"/>
              </a:lnSpc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Fourth Outline Level</a:t>
            </a:r>
          </a:p>
          <a:p xmlns:a="http://schemas.openxmlformats.org/drawingml/2006/main">
            <a:pPr marL="2160000" lvl="4" indent="-216000" algn="l" defTabSz="914400">
              <a:lnSpc>
                <a:spcPts val="2401"/>
              </a:lnSpc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Fifth Outline Level</a:t>
            </a:r>
          </a:p>
          <a:p xmlns:a="http://schemas.openxmlformats.org/drawingml/2006/main">
            <a:pPr marL="2592000" lvl="5" indent="-216000" algn="l" defTabSz="914400">
              <a:lnSpc>
                <a:spcPts val="2401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20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Sixth Outline Level</a:t>
            </a:r>
          </a:p>
          <a:p xmlns:a="http://schemas.openxmlformats.org/drawingml/2006/main">
            <a:pPr marL="3024000" lvl="6" indent="-216000" algn="l" defTabSz="914400">
              <a:lnSpc>
                <a:spcPts val="2401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20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Seventh Outline Level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abelle 6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8C27C11B-76D5-4B75-AF3C-8259D072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98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100bc3f204367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6C771D-21FF-4768-9465-41048C2226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7152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85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76DA86C3-017B-432C-8CF4-1EEE37AF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80" y="1836720"/>
            <a:ext cx="339696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8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A4AEC9B-D885-447E-98F1-08DE4D2014D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43240" y="2523240"/>
            <a:ext cx="2928240" cy="366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168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87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E91E75FD-67AF-41AC-AF6F-700A4A26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760" y="1836720"/>
            <a:ext cx="339696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FF1B7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8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DECF6B4-23C9-4AC3-B085-86ACE29BE08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172760" y="2523240"/>
            <a:ext cx="2869200" cy="36658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89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2DBAD829-E040-437E-B9D9-67B6ED33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640" y="1836720"/>
            <a:ext cx="339696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4AFF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9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B06C5E8-D53C-461F-BD3B-62C790E906D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802640" y="2523240"/>
            <a:ext cx="2869200" cy="36658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pic>
        <p:nvPicPr>
          <p:cNvPr id="106" name="Grafik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100bc3f204367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2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2120BFF-01DE-489C-B7EA-557FD2CB9D81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93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D4DE2817-8128-4CFC-A3BE-C3BE7F946F91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94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B26C7494-96F3-4A84-97BF-408997E62FCF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CA39596B-DC46-47CE-A20B-7B813A83F82B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Titel und Inhal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3147144A-BBA4-4C68-9D55-11E3FDF7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105" name="Grafik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6ea912ddf417a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31D3779-665E-4D91-9380-1B89EBB5BE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089080" cy="8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9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CB9553E-830F-4EF7-A257-513232BA9D7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9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D1466AC-9552-4A9D-80F3-5AE7AF4B3961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0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A43695D-5CE4-4CD5-9A5B-53130493DE04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A16C0339-B82E-4BEC-94DE-159366B38FE2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  <p:sp>
        <p:nvSpPr>
          <p:cNvPr id="10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CAAB6082-384F-4D4E-9895-80177378841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34800" y="793080"/>
            <a:ext cx="11523240" cy="33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sz="2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sz="2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102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1C0F98FB-F980-4BF1-A4B0-9F32FA6CAC2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34800" y="1900080"/>
            <a:ext cx="11523240" cy="45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25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266400" indent="-266400" algn="l" defTabSz="914400">
              <a:lnSpc>
                <a:spcPct val="125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marL="532800" indent="-266400" algn="l" defTabSz="914400">
              <a:lnSpc>
                <a:spcPct val="125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  <a:lvl4pPr marL="799200" indent="-266400" algn="l" defTabSz="914400">
              <a:lnSpc>
                <a:spcPct val="125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4pPr>
            <a:lvl5pPr indent="0" algn="l" defTabSz="914400">
              <a:lnSpc>
                <a:spcPct val="125000"/>
              </a:lnSpc>
              <a:buNone/>
              <a:tabLst>
                <a:tab pos="0" algn="l"/>
              </a:tabLst>
              <a:def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5pPr>
          </a:lstStyle>
          <a:p xmlns:a="http://schemas.openxmlformats.org/drawingml/2006/main">
            <a:pPr indent="0" algn="l" defTabSz="914400">
              <a:lnSpc>
                <a:spcPct val="125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266400" indent="-266400" algn="l" defTabSz="914400">
              <a:lnSpc>
                <a:spcPct val="125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marL="532800" indent="-266400" algn="l" defTabSz="914400">
              <a:lnSpc>
                <a:spcPct val="125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  <a:p xmlns:a="http://schemas.openxmlformats.org/drawingml/2006/main">
            <a:pPr marL="799200" indent="-266400" algn="l" defTabSz="914400">
              <a:lnSpc>
                <a:spcPct val="125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Vierte Ebene</a:t>
            </a:r>
          </a:p>
          <a:p xmlns:a="http://schemas.openxmlformats.org/drawingml/2006/main">
            <a:pPr indent="0" algn="l" defTabSz="914400">
              <a:lnSpc>
                <a:spcPct val="125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Fünfte Ebene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Text und Bild 1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8EE7EE14-5E9A-4630-83E2-65853252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116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135a46dff4d4f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ACD7897-07F1-4523-9BB1-E77AF5BFD91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34200" y="0"/>
            <a:ext cx="4957560" cy="685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sp>
        <p:nvSpPr>
          <p:cNvPr id="10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D7100BE-E637-4BA6-A248-99272C3777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651204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10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F8AC80B-767B-4D5F-B6C2-9EB11579024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2498760" y="2235240"/>
            <a:ext cx="4306680" cy="336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10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24126F5-5164-46B1-AEA2-FA25A735A7D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3320" y="2235240"/>
            <a:ext cx="1755720" cy="153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pic>
        <p:nvPicPr>
          <p:cNvPr id="121" name="Grafik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135a46dff4d4f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1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6A8347CD-3CF3-437C-8649-E6B20D1CD7B6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111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C6A95382-C392-4BE2-9555-B9658FC2F7D3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12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FF083288-0E89-4F05-AB84-17FAC7DACF69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E76DB8AE-5683-43E0-A77A-DA2B8E5C6B86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Bildergalerie 1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A73126A0-9465-46D6-B049-A35A156B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126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0ac4853c34bed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1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BE97747-73AF-4281-B157-33827A161C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7152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11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43CB47A-31F2-401F-B327-A4A4416BEAC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42880" y="1836720"/>
            <a:ext cx="3580560" cy="210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sp>
        <p:nvSpPr>
          <p:cNvPr id="11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6AF3138-44DA-43BD-BF67-376EDE5C8B2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42880" y="4185360"/>
            <a:ext cx="3580560" cy="210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sp>
        <p:nvSpPr>
          <p:cNvPr id="11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628CB94-0153-4F43-BDEE-4F8C165A3D5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364640" y="1836720"/>
            <a:ext cx="7277400" cy="445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pic>
        <p:nvPicPr>
          <p:cNvPr id="131" name="Grafik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0ac4853c34bed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2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D0D51BBB-091E-4CD9-9786-9A814CF46FE1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121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82939BE8-047B-49BB-AA38-978F313B1883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22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3DAB9DDC-767B-4A76-A033-CCD6D32B4703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4F8903D5-0029-43E6-B00A-E2F82D42321E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1_Kapiteltrenner 2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53D07A1C-237D-4484-B443-A83E075C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135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dc50f6a1344d0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0C1AA98-E0D1-4DFE-A438-3C69BEA22B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9456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12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5B355B7-D73E-416C-894F-F47AF89F247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42880" y="1847520"/>
            <a:ext cx="4306680" cy="336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12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8A8D311-46F8-4C50-915B-752C435BE6F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59480" y="1836720"/>
            <a:ext cx="6082920" cy="447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pic>
        <p:nvPicPr>
          <p:cNvPr id="139" name="Grafik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dc50f6a1344d0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2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3BCFD32-8D4B-4227-912F-1BB288A803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13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9269EA2B-3F7E-4324-8DB5-2E2A587044DC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31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90D00B6B-341C-49FC-829D-95FC9101E799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D4C5F3AD-74C6-4AAB-89BB-7400FDFFD0E6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Schaubild 1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48C7BB04-1546-4067-A7FC-44AA9F5C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151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dfc434ac74721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34" name="Gerade Verbindung 2">
            <a:extLst xmlns:a="http://schemas.openxmlformats.org/drawingml/2006/main">
              <a:ext uri="{FF2B5EF4-FFF2-40B4-BE49-F238E27FC236}">
                <a16:creationId xmlns:a16="http://schemas.microsoft.com/office/drawing/2014/main" id="{EF54D629-BEB6-41EC-BCA4-1060B3FC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160" y="2922480"/>
            <a:ext cx="8695800" cy="36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FF6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3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8E362E3-9D2A-4A05-8852-8E26AE3AB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9456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136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22BAD7A8-68BA-4229-A0E7-46B56C5D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184428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00FF64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sp>
        <p:nvSpPr>
          <p:cNvPr id="13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6E5F252-B50B-45E4-9C2A-6938758A8AF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3320" y="4398840"/>
            <a:ext cx="2039040" cy="167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138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D7DE26CC-FA0B-4B0E-9B6E-5B46A75A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880" y="184428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00FF64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sp>
        <p:nvSpPr>
          <p:cNvPr id="13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F0AD9B7-7443-4F5A-9AF6-48C82B4D670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559320" y="4398840"/>
            <a:ext cx="2039040" cy="167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140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599AE4B6-8679-4E58-A259-729254E4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280" y="184428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00FF64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sp>
        <p:nvSpPr>
          <p:cNvPr id="141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991478BF-0EDF-4A3A-9F7B-4F04F618D21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565680" y="4398840"/>
            <a:ext cx="2039040" cy="167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142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AE900187-82C6-40A8-8F9B-FF9F6A03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640" y="184428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00FF64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sp>
        <p:nvSpPr>
          <p:cNvPr id="14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E9DAD29-F1A1-4D65-863B-E1C5032B44D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9618840" y="4398840"/>
            <a:ext cx="2039040" cy="167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pic>
        <p:nvPicPr>
          <p:cNvPr id="162" name="Grafik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dfc434ac74721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45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516C2B5B-6DB6-4A30-9C68-3719E3E199D5}"/>
              </a:ext>
            </a:extLst>
          </p:cNvPr>
          <p:cNvSpPr>
            <a:spLocks xmlns:a="http://schemas.openxmlformats.org/drawingml/2006/main" noGrp="1"/>
          </p:cNvSpPr>
          <p:nvPr>
            <p:ph type="dt" idx="31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146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221F1333-FC1F-4F1C-BF6D-50AC7F9DB0A4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47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9D367B33-7F6F-4E4D-B822-00BC550430F9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9D76070B-BCBB-4E9A-9A1E-7715AEEC8CC5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Text und Bild 3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C6D243B3-FEAA-485C-9A41-52C41841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166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2fa687c6f40b5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5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C0784F6-46B2-47B1-9DC2-31C2CB4B42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08908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15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48159A7-A5CB-4576-B71D-B6674E913133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1562400" y="2083680"/>
            <a:ext cx="3941280" cy="167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01 Lorem ipsum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Lorem ipsum dolor sit amet, consetetur sadipscing elitr, sed diam nonumy eirmod tempor invidunt ut labore et dolore</a:t>
            </a:r>
          </a:p>
        </p:txBody>
      </p:sp>
      <p:sp>
        <p:nvSpPr>
          <p:cNvPr id="15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B57243E-A47B-4A49-B16C-71FA7C5F334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4400" y="2082600"/>
            <a:ext cx="844200" cy="7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sp>
        <p:nvSpPr>
          <p:cNvPr id="15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46FCA5B-B79B-462A-B69E-6C220895F5FB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7697880" y="2083680"/>
            <a:ext cx="3941280" cy="167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03 Lorem ipsum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Lorem ipsum dolor sit amet, consetetur sadipscing elitr, sed diam nonumy eirmod tempor invidunt ut labore et dolore</a:t>
            </a:r>
          </a:p>
        </p:txBody>
      </p:sp>
      <p:sp>
        <p:nvSpPr>
          <p:cNvPr id="15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09F1F7C-AB15-491E-B814-C42DF580317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642720" y="2082600"/>
            <a:ext cx="844200" cy="7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sp>
        <p:nvSpPr>
          <p:cNvPr id="155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AC4A4A78-A919-4E35-8DC7-B3753A3C0FEB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1562400" y="4340160"/>
            <a:ext cx="3941280" cy="167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02 Lorem ipsum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Lorem ipsum dolor sit amet, consetetur sadipscing elitr, sed diam nonumy eirmod tempor invidunt ut labore et dolore</a:t>
            </a:r>
          </a:p>
        </p:txBody>
      </p:sp>
      <p:sp>
        <p:nvSpPr>
          <p:cNvPr id="156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7F476D3B-EEB7-49A6-853D-78206221362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4400" y="4339440"/>
            <a:ext cx="844200" cy="7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sp>
        <p:nvSpPr>
          <p:cNvPr id="157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488FF561-EF20-4783-9713-14668DBA84E3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7697880" y="4340160"/>
            <a:ext cx="3941280" cy="167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04 Lorem ipsum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Lorem ipsum dolor sit amet, consetetur sadipscing elitr, sed diam nonumy eirmod tempor invidunt ut labore et dolore</a:t>
            </a:r>
          </a:p>
        </p:txBody>
      </p:sp>
      <p:sp>
        <p:nvSpPr>
          <p:cNvPr id="158" name="PlaceHolder 9">
            <a:extLst xmlns:a="http://schemas.openxmlformats.org/drawingml/2006/main">
              <a:ext uri="{FF2B5EF4-FFF2-40B4-BE49-F238E27FC236}">
                <a16:creationId xmlns:a16="http://schemas.microsoft.com/office/drawing/2014/main" id="{7EA443D7-693E-42E5-B79A-93C79017287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642720" y="4339440"/>
            <a:ext cx="844200" cy="73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pic>
        <p:nvPicPr>
          <p:cNvPr id="176" name="Grafik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2fa687c6f40b5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60" name="PlaceHolder 10">
            <a:extLst xmlns:a="http://schemas.openxmlformats.org/drawingml/2006/main">
              <a:ext uri="{FF2B5EF4-FFF2-40B4-BE49-F238E27FC236}">
                <a16:creationId xmlns:a16="http://schemas.microsoft.com/office/drawing/2014/main" id="{D9D12279-FA02-42CD-BA40-E0F155814062}"/>
              </a:ext>
            </a:extLst>
          </p:cNvPr>
          <p:cNvSpPr>
            <a:spLocks xmlns:a="http://schemas.openxmlformats.org/drawingml/2006/main" noGrp="1"/>
          </p:cNvSpPr>
          <p:nvPr>
            <p:ph type="dt" idx="34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161" name="PlaceHolder 11">
            <a:extLst xmlns:a="http://schemas.openxmlformats.org/drawingml/2006/main">
              <a:ext uri="{FF2B5EF4-FFF2-40B4-BE49-F238E27FC236}">
                <a16:creationId xmlns:a16="http://schemas.microsoft.com/office/drawing/2014/main" id="{7A465E40-5901-4933-AC0F-5C07C5168B20}"/>
              </a:ext>
            </a:extLst>
          </p:cNvPr>
          <p:cNvSpPr>
            <a:spLocks xmlns:a="http://schemas.openxmlformats.org/drawingml/2006/main" noGrp="1"/>
          </p:cNvSpPr>
          <p:nvPr>
            <p:ph type="ftr" idx="35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62" name="PlaceHolder 12">
            <a:extLst xmlns:a="http://schemas.openxmlformats.org/drawingml/2006/main">
              <a:ext uri="{FF2B5EF4-FFF2-40B4-BE49-F238E27FC236}">
                <a16:creationId xmlns:a16="http://schemas.microsoft.com/office/drawing/2014/main" id="{BFFA2293-7133-49BB-832B-452D6714A0DD}"/>
              </a:ext>
            </a:extLst>
          </p:cNvPr>
          <p:cNvSpPr>
            <a:spLocks xmlns:a="http://schemas.openxmlformats.org/drawingml/2006/main" noGrp="1"/>
          </p:cNvSpPr>
          <p:nvPr>
            <p:ph type="sldNum" idx="36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9E48E0A7-4BAF-418F-B2B2-AF624C270785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type="blank" preserve="1">
  <p:cSld name="Zwischenfolie 2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CD456641-33C7-444A-B15D-45BCECE1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173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98438310f4381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6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B024654-3B9C-4086-A9C3-8838D9EA8D5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3320" y="2847240"/>
            <a:ext cx="8048520" cy="148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760">
            <a:solidFill>
              <a:srgbClr val="00FF64"/>
            </a:solidFill>
          </a:ln>
        </p:spPr>
        <p:txBody>
          <a:bodyPr xmlns:a="http://schemas.openxmlformats.org/drawingml/2006/main" lIns="360000" tIns="360000" rIns="360000" bIns="360000" anchor="b">
            <a:sp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8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Trennseiten können mit bis zu drei Zeilen Text gestaltet werden</a:t>
            </a:r>
          </a:p>
        </p:txBody>
      </p:sp>
      <p:pic>
        <p:nvPicPr>
          <p:cNvPr id="175" name="Grafik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98438310f4381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6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E477AC2-A4F6-4B9D-9796-5537ACB90859}"/>
              </a:ext>
            </a:extLst>
          </p:cNvPr>
          <p:cNvSpPr>
            <a:spLocks xmlns:a="http://schemas.openxmlformats.org/drawingml/2006/main" noGrp="1"/>
          </p:cNvSpPr>
          <p:nvPr>
            <p:ph type="dt" idx="37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16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DE05CD6-F3C1-4B45-8E85-7B62DF639577}"/>
              </a:ext>
            </a:extLst>
          </p:cNvPr>
          <p:cNvSpPr>
            <a:spLocks xmlns:a="http://schemas.openxmlformats.org/drawingml/2006/main" noGrp="1"/>
          </p:cNvSpPr>
          <p:nvPr>
            <p:ph type="ftr" idx="38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6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E5A8DEC-0737-41BD-B072-89532FC6E731}"/>
              </a:ext>
            </a:extLst>
          </p:cNvPr>
          <p:cNvSpPr>
            <a:spLocks xmlns:a="http://schemas.openxmlformats.org/drawingml/2006/main" noGrp="1"/>
          </p:cNvSpPr>
          <p:nvPr>
            <p:ph type="sldNum" idx="39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D046332F-5349-4B51-A3A3-1AD5B8C91048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Tabelle 3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60FBC48D-A4D3-442A-9E6A-285C84A7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186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45f96dc2447d3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7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9108C4D-1865-4E99-9815-BAF145EC40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20608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173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57966AC2-965C-4567-9006-9253D3AC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1855080"/>
            <a:ext cx="3524760" cy="359640"/>
          </a:xfrm>
          <a:prstGeom xmlns:a="http://schemas.openxmlformats.org/drawingml/2006/main" prst="homePlate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6000" tIns="0" rIns="36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1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24731DF-1947-458A-86ED-D24C6F834D6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3320" y="2624400"/>
            <a:ext cx="3321720" cy="334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ts val="2401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175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1AD4D18F-EF84-48E2-9B01-3E0A84ED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440" y="1855080"/>
            <a:ext cx="3525120" cy="359640"/>
          </a:xfrm>
          <a:prstGeom xmlns:a="http://schemas.openxmlformats.org/drawingml/2006/main" prst="chevron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FF1B7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6000" tIns="0" rIns="36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7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8D858D3-028B-41E4-909B-EAF7FA9AE6E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078800" y="2624040"/>
            <a:ext cx="3344760" cy="33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ts val="2401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177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9C8EBB62-98E1-4614-BC72-4DC75B92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3560" y="1855080"/>
            <a:ext cx="3525120" cy="359640"/>
          </a:xfrm>
          <a:prstGeom xmlns:a="http://schemas.openxmlformats.org/drawingml/2006/main" prst="chevron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4AFF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6000" tIns="0" rIns="36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17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54B21F4-A35A-41D2-A26A-B7B6077BAC9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603560" y="2624400"/>
            <a:ext cx="3324600" cy="334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ts val="2401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pic>
        <p:nvPicPr>
          <p:cNvPr id="194" name="Grafik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45f96dc2447d3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C6FF532-EDA7-4D0A-A68D-D8DCCE9F3FC0}"/>
              </a:ext>
            </a:extLst>
          </p:cNvPr>
          <p:cNvSpPr>
            <a:spLocks xmlns:a="http://schemas.openxmlformats.org/drawingml/2006/main" noGrp="1"/>
          </p:cNvSpPr>
          <p:nvPr>
            <p:ph type="dt" idx="40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181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D3FEB142-E643-4C76-860C-681FC7420B45}"/>
              </a:ext>
            </a:extLst>
          </p:cNvPr>
          <p:cNvSpPr>
            <a:spLocks xmlns:a="http://schemas.openxmlformats.org/drawingml/2006/main" noGrp="1"/>
          </p:cNvSpPr>
          <p:nvPr>
            <p:ph type="ftr" idx="41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82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7B0221E7-D122-4B95-AB16-F6CE1697717D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8F739103-1AC7-4D0A-9948-D1A0185ECCD1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Zitat 1">
    <p:bg>
      <p:bgPr>
        <a:solidFill xmlns:a="http://schemas.openxmlformats.org/drawingml/2006/main">
          <a:srgbClr val="000E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3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712E0BD2-4E85-4238-A72A-31C4FA02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192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ba0ff7a7749d0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0ED304F-E311-4227-B015-C4D11C54347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3320" y="1032480"/>
            <a:ext cx="11089080" cy="471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4000" b="1" u="none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4000" b="1" u="none">
                <a:solidFill>
                  <a:schemeClr val="accent2"/>
                </a:solidFill>
                <a:latin typeface="Verdana"/>
                <a:ea typeface="Verdana"/>
                <a:cs typeface="Verdana"/>
              </a:rPr>
              <a:t>»Zitate und Statements werden möglichst kurz gehalten. Die </a:t>
            </a:r>
            <a:br/>
            <a:r>
              <a:rPr sz="4000" b="1" u="none">
                <a:solidFill>
                  <a:schemeClr val="accent2"/>
                </a:solidFill>
                <a:latin typeface="Verdana"/>
                <a:ea typeface="Verdana"/>
                <a:cs typeface="Verdana"/>
              </a:rPr>
              <a:t>Aussage wird schnell erfasst.«</a:t>
            </a:r>
          </a:p>
        </p:txBody>
      </p:sp>
      <p:sp>
        <p:nvSpPr>
          <p:cNvPr id="18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AA865CB-3B84-4F51-8833-89ED8B914A9E}"/>
              </a:ext>
            </a:extLst>
          </p:cNvPr>
          <p:cNvSpPr>
            <a:spLocks xmlns:a="http://schemas.openxmlformats.org/drawingml/2006/main" noGrp="1"/>
          </p:cNvSpPr>
          <p:nvPr>
            <p:ph type="sldNum" idx="43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5E6E82D0-7F60-4B91-B667-5D118A070A0F}" type="slidenum">
              <a: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  <p:sp>
        <p:nvSpPr>
          <p:cNvPr id="187" name="Textfeld 4">
            <a:extLst xmlns:a="http://schemas.openxmlformats.org/drawingml/2006/main">
              <a:ext uri="{FF2B5EF4-FFF2-40B4-BE49-F238E27FC236}">
                <a16:creationId xmlns:a16="http://schemas.microsoft.com/office/drawing/2014/main" id="{AA86BE79-AEFC-4A7F-AC5B-4DCC0A62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40" y="6478200"/>
            <a:ext cx="802440" cy="212040"/>
          </a:xfrm>
          <a:prstGeom xmlns:a="http://schemas.openxmlformats.org/drawingml/2006/main" prst="rect">
            <a:avLst/>
          </a:prstGeom>
          <a:blipFill xmlns:a="http://schemas.openxmlformats.org/drawingml/2006/main" rotWithShape="0">
            <a:blip xmlns:r="http://schemas.openxmlformats.org/officeDocument/2006/relationships" r:embed="Ref213c2da7a14a3f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8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020C2BD-EEE0-4EB0-B21D-8206C2DB5319}"/>
              </a:ext>
            </a:extLst>
          </p:cNvPr>
          <p:cNvSpPr>
            <a:spLocks xmlns:a="http://schemas.openxmlformats.org/drawingml/2006/main" noGrp="1"/>
          </p:cNvSpPr>
          <p:nvPr>
            <p:ph type="dt" idx="44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18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92E3D588-BE9E-4DB2-A33F-FAF895E60ED9}"/>
              </a:ext>
            </a:extLst>
          </p:cNvPr>
          <p:cNvSpPr>
            <a:spLocks xmlns:a="http://schemas.openxmlformats.org/drawingml/2006/main" noGrp="1"/>
          </p:cNvSpPr>
          <p:nvPr>
            <p:ph type="ftr" idx="45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type="blank" preserve="1">
  <p:cSld name="Zitat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8028B33A-7E15-480C-A639-CD94F56C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00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865ad535d4cc9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9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EA05F87-9070-437F-AB02-5A5C66A9792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3320" y="739800"/>
            <a:ext cx="3408840" cy="121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760">
            <a:solidFill>
              <a:schemeClr val="accent2"/>
            </a:solidFill>
          </a:ln>
        </p:spPr>
        <p:txBody>
          <a:bodyPr xmlns:a="http://schemas.openxmlformats.org/drawingml/2006/main" lIns="180000" tIns="180000" rIns="180000" bIns="540000" anchor="t">
            <a:sp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Hier ist Platz für ein zweizeiliges Zitat.</a:t>
            </a:r>
          </a:p>
        </p:txBody>
      </p:sp>
      <p:pic>
        <p:nvPicPr>
          <p:cNvPr id="202" name="Grafik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865ad535d4cc9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9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3361327-6B8B-4CB9-8429-4CB14AC9CB04}"/>
              </a:ext>
            </a:extLst>
          </p:cNvPr>
          <p:cNvSpPr>
            <a:spLocks xmlns:a="http://schemas.openxmlformats.org/drawingml/2006/main" noGrp="1"/>
          </p:cNvSpPr>
          <p:nvPr>
            <p:ph type="dt" idx="46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19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05A12CD-7A5B-4FDA-A9A1-696B854F9AFE}"/>
              </a:ext>
            </a:extLst>
          </p:cNvPr>
          <p:cNvSpPr>
            <a:spLocks xmlns:a="http://schemas.openxmlformats.org/drawingml/2006/main" noGrp="1"/>
          </p:cNvSpPr>
          <p:nvPr>
            <p:ph type="ftr" idx="47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9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2335531-6AA4-4A86-A101-B75A9657AA59}"/>
              </a:ext>
            </a:extLst>
          </p:cNvPr>
          <p:cNvSpPr>
            <a:spLocks xmlns:a="http://schemas.openxmlformats.org/drawingml/2006/main" noGrp="1"/>
          </p:cNvSpPr>
          <p:nvPr>
            <p:ph type="sldNum" idx="48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2605FC5F-C794-425D-9C14-B40DF981943E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Titelfolie 1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7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3687D3ED-15DC-4863-B0EF-AA5448A5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03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a3badb04f4bfc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9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ED44974-3FFD-4B62-A40A-22684FFC2CF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2600" y="1732680"/>
            <a:ext cx="11070000" cy="165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defRPr sz="3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Titel der Präsentation</a:t>
            </a:r>
            <a:br/>
            <a:r>
              <a:rPr sz="3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kann bis zu drei Zeilen</a:t>
            </a:r>
          </a:p>
        </p:txBody>
      </p:sp>
      <p:pic>
        <p:nvPicPr>
          <p:cNvPr id="205" name="Grafik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9795eb8b64eb2"/>
          <a:stretch xmlns:a="http://schemas.openxmlformats.org/drawingml/2006/main"/>
        </p:blipFill>
        <p:spPr>
          <a:xfrm xmlns:a="http://schemas.openxmlformats.org/drawingml/2006/main">
            <a:off x="8662680" y="178560"/>
            <a:ext cx="3236040" cy="1215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type="blank" preserve="1">
  <p:cSld name="Tabelle 11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1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9A78ABDE-6ECA-405D-B73E-1421F2A5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22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d6641fc8244c6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0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547EC74-CD73-42F5-9258-E52AFE5BAB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7152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204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3C58081B-33FB-4A26-9360-4D89CCFD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520" y="1836720"/>
            <a:ext cx="334116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205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B25D7E94-2930-47CD-8E3A-CCE341D1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080" y="1836720"/>
            <a:ext cx="327348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206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AC24DB57-5D2E-497C-BBFC-FB3306F3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600" y="1836720"/>
            <a:ext cx="334116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207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C63425E7-5032-4F93-8AAF-13D004F7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92520" y="3169800"/>
            <a:ext cx="180648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20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19157C4-5469-43E2-9435-1B81BC4DA52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244880" y="2523240"/>
            <a:ext cx="3341160" cy="1806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0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325419E5-A734-47B9-9228-15CC52662DF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807800" y="2523240"/>
            <a:ext cx="3273480" cy="180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1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D90CC80-5070-42BA-8F13-935FF5AF1FF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301960" y="2523240"/>
            <a:ext cx="3341160" cy="1806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11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D858F7BC-6828-4C43-9CFE-41BEF238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92520" y="5161320"/>
            <a:ext cx="180648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212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8616A6BB-0A5E-4656-BD7A-C818ABFA58E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244520" y="4515120"/>
            <a:ext cx="3341160" cy="1806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13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EC352B94-2D86-4B27-886C-441D2D8C0F4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807080" y="4515120"/>
            <a:ext cx="3273480" cy="18064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14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E8C7F36A-1169-4AF8-AE98-81DE7E35A61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301600" y="4515120"/>
            <a:ext cx="3341160" cy="1806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pic>
        <p:nvPicPr>
          <p:cNvPr id="235" name="Grafik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d6641fc8244c6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16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59ACD3C9-D375-4CE3-AAF6-9F137D5A5249}"/>
              </a:ext>
            </a:extLst>
          </p:cNvPr>
          <p:cNvSpPr>
            <a:spLocks xmlns:a="http://schemas.openxmlformats.org/drawingml/2006/main" noGrp="1"/>
          </p:cNvSpPr>
          <p:nvPr>
            <p:ph type="dt" idx="49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217" name="PlaceHolder 9">
            <a:extLst xmlns:a="http://schemas.openxmlformats.org/drawingml/2006/main">
              <a:ext uri="{FF2B5EF4-FFF2-40B4-BE49-F238E27FC236}">
                <a16:creationId xmlns:a16="http://schemas.microsoft.com/office/drawing/2014/main" id="{8D6C2220-AAF1-458F-B8DE-687A557D518E}"/>
              </a:ext>
            </a:extLst>
          </p:cNvPr>
          <p:cNvSpPr>
            <a:spLocks xmlns:a="http://schemas.openxmlformats.org/drawingml/2006/main" noGrp="1"/>
          </p:cNvSpPr>
          <p:nvPr>
            <p:ph type="ftr" idx="50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218" name="PlaceHolder 10">
            <a:extLst xmlns:a="http://schemas.openxmlformats.org/drawingml/2006/main">
              <a:ext uri="{FF2B5EF4-FFF2-40B4-BE49-F238E27FC236}">
                <a16:creationId xmlns:a16="http://schemas.microsoft.com/office/drawing/2014/main" id="{6B3D48D1-6D22-4E19-8824-D0DE012D73A2}"/>
              </a:ext>
            </a:extLst>
          </p:cNvPr>
          <p:cNvSpPr>
            <a:spLocks xmlns:a="http://schemas.openxmlformats.org/drawingml/2006/main" noGrp="1"/>
          </p:cNvSpPr>
          <p:nvPr>
            <p:ph type="sldNum" idx="51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9AA541C8-0070-4F53-856E-92D30DA318D4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type="blank" preserve="1">
  <p:cSld name="Agenda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9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9702E7ED-536E-407F-BEBC-554665D5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31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96c0dd7564955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2ADAAA6-1DF5-4F82-B2F1-E670DD6183E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3320" y="511200"/>
            <a:ext cx="651204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Agenda</a:t>
            </a:r>
          </a:p>
        </p:txBody>
      </p:sp>
      <p:sp>
        <p:nvSpPr>
          <p:cNvPr id="2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A537BC-3C5C-4B86-84D8-80646164F62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4040" y="1836720"/>
            <a:ext cx="4295880" cy="4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ts val="2401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22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23D115D-1AFC-47A6-B6EE-07C66642C17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720" y="1985400"/>
            <a:ext cx="7151040" cy="39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pic>
        <p:nvPicPr>
          <p:cNvPr id="235" name="Grafik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96c0dd7564955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2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18FA79E-52BB-4F7D-96E9-234BAD11A9C7}"/>
              </a:ext>
            </a:extLst>
          </p:cNvPr>
          <p:cNvSpPr>
            <a:spLocks xmlns:a="http://schemas.openxmlformats.org/drawingml/2006/main" noGrp="1"/>
          </p:cNvSpPr>
          <p:nvPr>
            <p:ph type="dt" idx="52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22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56704569-FFFC-4781-927B-0877C84652A0}"/>
              </a:ext>
            </a:extLst>
          </p:cNvPr>
          <p:cNvSpPr>
            <a:spLocks xmlns:a="http://schemas.openxmlformats.org/drawingml/2006/main" noGrp="1"/>
          </p:cNvSpPr>
          <p:nvPr>
            <p:ph type="ftr" idx="53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227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10E021FC-02E4-4421-ABE9-49A285FBEF0C}"/>
              </a:ext>
            </a:extLst>
          </p:cNvPr>
          <p:cNvSpPr>
            <a:spLocks xmlns:a="http://schemas.openxmlformats.org/drawingml/2006/main" noGrp="1"/>
          </p:cNvSpPr>
          <p:nvPr>
            <p:ph type="sldNum" idx="54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EE58EC63-AD34-4F4A-A379-FD356D4BCB83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type="blank" preserve="1">
  <p:cSld name="Tabelle 7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8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C3D1446E-AECE-4CD2-B98B-26033047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44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8a2889f16440e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3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C4F6ECD-A092-4B92-9A48-0F3049D296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8304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231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2C3A8C7C-3128-49F0-8EE1-92D0750C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1836720"/>
            <a:ext cx="2928240" cy="116244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2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7542941-0766-423F-946D-03C810F0471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774600" y="1864440"/>
            <a:ext cx="786744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33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1D292DFB-9F27-4F42-B82E-93C51204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3447000"/>
            <a:ext cx="2928240" cy="116244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23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D9DBAFC-C8F3-4A8C-86AA-8E1A059F9A9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774600" y="3434760"/>
            <a:ext cx="7867440" cy="11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35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289CBB92-005C-41F2-B532-C502D35C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5029560"/>
            <a:ext cx="2928240" cy="116244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23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5B63CDD4-9FEE-4D3D-BEBE-4064D41FB00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774600" y="5056920"/>
            <a:ext cx="786744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pic>
        <p:nvPicPr>
          <p:cNvPr id="252" name="Grafik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8a2889f16440e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3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8CCEFD4-4782-4795-B517-E521AAABA789}"/>
              </a:ext>
            </a:extLst>
          </p:cNvPr>
          <p:cNvSpPr>
            <a:spLocks xmlns:a="http://schemas.openxmlformats.org/drawingml/2006/main" noGrp="1"/>
          </p:cNvSpPr>
          <p:nvPr>
            <p:ph type="dt" idx="55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239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F3AAB1ED-EBE1-42C7-9322-04ED5C5ACE7F}"/>
              </a:ext>
            </a:extLst>
          </p:cNvPr>
          <p:cNvSpPr>
            <a:spLocks xmlns:a="http://schemas.openxmlformats.org/drawingml/2006/main" noGrp="1"/>
          </p:cNvSpPr>
          <p:nvPr>
            <p:ph type="ftr" idx="56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240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92D6CF2D-2707-45E0-A762-62E34ED27041}"/>
              </a:ext>
            </a:extLst>
          </p:cNvPr>
          <p:cNvSpPr>
            <a:spLocks xmlns:a="http://schemas.openxmlformats.org/drawingml/2006/main" noGrp="1"/>
          </p:cNvSpPr>
          <p:nvPr>
            <p:ph type="sldNum" idx="57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8721ED15-67CC-4B16-8F6C-21AD0F08882C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 type="blank" preserve="1">
  <p:cSld name="Zwischenfolie 1">
    <p:bg>
      <p:bgPr>
        <a:solidFill xmlns:a="http://schemas.openxmlformats.org/drawingml/2006/main">
          <a:srgbClr val="ECF0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1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6CFF7B1C-5772-4898-9B2B-FB53981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52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bba3d6edf473e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4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99A7C88-E039-4204-A359-C94223993C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7152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24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4B5FA01-F101-47C2-A228-D577E90EE12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3320" y="1855800"/>
            <a:ext cx="7151040" cy="39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pic>
        <p:nvPicPr>
          <p:cNvPr id="255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bba3d6edf473e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4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0E65E4B-AC92-495A-A2C8-10F7258ABB41}"/>
              </a:ext>
            </a:extLst>
          </p:cNvPr>
          <p:cNvSpPr>
            <a:spLocks xmlns:a="http://schemas.openxmlformats.org/drawingml/2006/main" noGrp="1"/>
          </p:cNvSpPr>
          <p:nvPr>
            <p:ph type="dt" idx="58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24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9C8E027-76BE-490E-9A8A-A8D285B320F9}"/>
              </a:ext>
            </a:extLst>
          </p:cNvPr>
          <p:cNvSpPr>
            <a:spLocks xmlns:a="http://schemas.openxmlformats.org/drawingml/2006/main" noGrp="1"/>
          </p:cNvSpPr>
          <p:nvPr>
            <p:ph type="ftr" idx="59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24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DB368651-41B0-46B2-8DC9-E934921EF742}"/>
              </a:ext>
            </a:extLst>
          </p:cNvPr>
          <p:cNvSpPr>
            <a:spLocks xmlns:a="http://schemas.openxmlformats.org/drawingml/2006/main" noGrp="1"/>
          </p:cNvSpPr>
          <p:nvPr>
            <p:ph type="sldNum" idx="60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A728FCE0-5D94-4BA5-AC04-10E81B5A383D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23.xml><?xml version="1.0" encoding="utf-8"?>
<p:sldLayout xmlns:p="http://schemas.openxmlformats.org/presentationml/2006/main" type="blank" preserve="1">
  <p:cSld name="Tabelle 5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9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FC29B075-6A43-4AB4-B953-BB1B0463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75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5baa221964684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5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3C38A1C-5843-4378-96CB-0FD433A0FB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7152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252" name="1">
            <a:extLst xmlns:a="http://schemas.openxmlformats.org/drawingml/2006/main">
              <a:ext uri="{FF2B5EF4-FFF2-40B4-BE49-F238E27FC236}">
                <a16:creationId xmlns:a16="http://schemas.microsoft.com/office/drawing/2014/main" id="{260ACDDE-5B60-4B46-92DD-8C3CA267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1836720"/>
            <a:ext cx="1768680" cy="5140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253" name="2">
            <a:extLst xmlns:a="http://schemas.openxmlformats.org/drawingml/2006/main">
              <a:ext uri="{FF2B5EF4-FFF2-40B4-BE49-F238E27FC236}">
                <a16:creationId xmlns:a16="http://schemas.microsoft.com/office/drawing/2014/main" id="{24FD4B7D-189F-4DFC-A853-6A28F5FF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160" y="1836720"/>
            <a:ext cx="292824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FF1B7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254" name="3">
            <a:extLst xmlns:a="http://schemas.openxmlformats.org/drawingml/2006/main">
              <a:ext uri="{FF2B5EF4-FFF2-40B4-BE49-F238E27FC236}">
                <a16:creationId xmlns:a16="http://schemas.microsoft.com/office/drawing/2014/main" id="{42921E81-621E-495E-896D-665AC441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560" y="1836720"/>
            <a:ext cx="286920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EFEC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255" name="4">
            <a:extLst xmlns:a="http://schemas.openxmlformats.org/drawingml/2006/main">
              <a:ext uri="{FF2B5EF4-FFF2-40B4-BE49-F238E27FC236}">
                <a16:creationId xmlns:a16="http://schemas.microsoft.com/office/drawing/2014/main" id="{5448A395-70EF-49F0-8C8E-82B6D373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880" y="1836720"/>
            <a:ext cx="292752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4AFFF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25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3362C69-49F9-4FDF-9FA4-0FB5C096498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3320" y="2523240"/>
            <a:ext cx="176868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5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DA3781A-0742-40FC-B58B-BA997E1D604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2522520" y="2523240"/>
            <a:ext cx="2928240" cy="110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5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CF204BF-107D-4F5F-9BCB-F30B555A710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651280" y="2523240"/>
            <a:ext cx="286920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5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F933D2A-01CF-448A-8860-386913D4BA6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715960" y="2523240"/>
            <a:ext cx="2927520" cy="110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60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FCEBFFDA-47E0-48BC-949E-6E79593B8F5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3320" y="3802680"/>
            <a:ext cx="176868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61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CD01C7FF-61AE-4AF2-A0C1-838A55596AC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2522160" y="3802680"/>
            <a:ext cx="2928240" cy="110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62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ADC7E577-9EC8-46FA-AAC9-8C0E2A1876E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650560" y="3802680"/>
            <a:ext cx="286920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63" name="PlaceHolder 9">
            <a:extLst xmlns:a="http://schemas.openxmlformats.org/drawingml/2006/main">
              <a:ext uri="{FF2B5EF4-FFF2-40B4-BE49-F238E27FC236}">
                <a16:creationId xmlns:a16="http://schemas.microsoft.com/office/drawing/2014/main" id="{7E671D58-194A-4ECC-A169-B79DCAD932F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714880" y="3802680"/>
            <a:ext cx="2927520" cy="110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64" name="PlaceHolder 10">
            <a:extLst xmlns:a="http://schemas.openxmlformats.org/drawingml/2006/main">
              <a:ext uri="{FF2B5EF4-FFF2-40B4-BE49-F238E27FC236}">
                <a16:creationId xmlns:a16="http://schemas.microsoft.com/office/drawing/2014/main" id="{F3289148-DA56-4297-AB51-8D5CC0A0A2F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3320" y="5082120"/>
            <a:ext cx="176868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65" name="PlaceHolder 11">
            <a:extLst xmlns:a="http://schemas.openxmlformats.org/drawingml/2006/main">
              <a:ext uri="{FF2B5EF4-FFF2-40B4-BE49-F238E27FC236}">
                <a16:creationId xmlns:a16="http://schemas.microsoft.com/office/drawing/2014/main" id="{5EB00450-8E8E-4B1B-AB74-42299B55931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2522160" y="5082120"/>
            <a:ext cx="2928240" cy="110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66" name="PlaceHolder 12">
            <a:extLst xmlns:a="http://schemas.openxmlformats.org/drawingml/2006/main">
              <a:ext uri="{FF2B5EF4-FFF2-40B4-BE49-F238E27FC236}">
                <a16:creationId xmlns:a16="http://schemas.microsoft.com/office/drawing/2014/main" id="{6372034C-6B13-4956-89C8-EA6AA3539F2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650560" y="5082120"/>
            <a:ext cx="286920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67" name="PlaceHolder 13">
            <a:extLst xmlns:a="http://schemas.openxmlformats.org/drawingml/2006/main">
              <a:ext uri="{FF2B5EF4-FFF2-40B4-BE49-F238E27FC236}">
                <a16:creationId xmlns:a16="http://schemas.microsoft.com/office/drawing/2014/main" id="{9E91170F-0FBB-44FE-B08C-6E266EE2888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714880" y="5082120"/>
            <a:ext cx="2927520" cy="110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pic>
        <p:nvPicPr>
          <p:cNvPr id="293" name="Grafik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5baa221964684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69" name="PlaceHolder 14">
            <a:extLst xmlns:a="http://schemas.openxmlformats.org/drawingml/2006/main">
              <a:ext uri="{FF2B5EF4-FFF2-40B4-BE49-F238E27FC236}">
                <a16:creationId xmlns:a16="http://schemas.microsoft.com/office/drawing/2014/main" id="{C2336981-A1B8-4C83-9C35-A2756CC3345B}"/>
              </a:ext>
            </a:extLst>
          </p:cNvPr>
          <p:cNvSpPr>
            <a:spLocks xmlns:a="http://schemas.openxmlformats.org/drawingml/2006/main" noGrp="1"/>
          </p:cNvSpPr>
          <p:nvPr>
            <p:ph type="dt" idx="61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270" name="PlaceHolder 15">
            <a:extLst xmlns:a="http://schemas.openxmlformats.org/drawingml/2006/main">
              <a:ext uri="{FF2B5EF4-FFF2-40B4-BE49-F238E27FC236}">
                <a16:creationId xmlns:a16="http://schemas.microsoft.com/office/drawing/2014/main" id="{AFDE6EFB-2D8A-4EDA-B6E2-1BCBF8BFFA4E}"/>
              </a:ext>
            </a:extLst>
          </p:cNvPr>
          <p:cNvSpPr>
            <a:spLocks xmlns:a="http://schemas.openxmlformats.org/drawingml/2006/main" noGrp="1"/>
          </p:cNvSpPr>
          <p:nvPr>
            <p:ph type="ftr" idx="62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271" name="PlaceHolder 16">
            <a:extLst xmlns:a="http://schemas.openxmlformats.org/drawingml/2006/main">
              <a:ext uri="{FF2B5EF4-FFF2-40B4-BE49-F238E27FC236}">
                <a16:creationId xmlns:a16="http://schemas.microsoft.com/office/drawing/2014/main" id="{77C99D6C-65BF-4E96-A95D-AB34AF0B64C2}"/>
              </a:ext>
            </a:extLst>
          </p:cNvPr>
          <p:cNvSpPr>
            <a:spLocks xmlns:a="http://schemas.openxmlformats.org/drawingml/2006/main" noGrp="1"/>
          </p:cNvSpPr>
          <p:nvPr>
            <p:ph type="sldNum" idx="63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D5BDB008-8671-431C-A954-4FE45517619E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24.xml><?xml version="1.0" encoding="utf-8"?>
<p:sldLayout xmlns:p="http://schemas.openxmlformats.org/presentationml/2006/main" type="blank" preserve="1">
  <p:cSld name="Tabelle 2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2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1AFEE5F7-CDB1-4587-B967-3D9E592A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88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7734a431a436d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7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D54032D-FEC3-462B-9E99-FC10CB54DC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9456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275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0D515457-6483-4017-A6FF-668716C7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1855080"/>
            <a:ext cx="3524760" cy="359640"/>
          </a:xfrm>
          <a:prstGeom xmlns:a="http://schemas.openxmlformats.org/drawingml/2006/main" prst="homePlate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6000" tIns="0" rIns="36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27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1DE0933-C612-4303-8206-E87A8F4459F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3320" y="2624400"/>
            <a:ext cx="3321720" cy="334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ts val="2401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77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A3984D07-8AB9-4748-B540-2A2EE86A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440" y="1855080"/>
            <a:ext cx="3525120" cy="359640"/>
          </a:xfrm>
          <a:prstGeom xmlns:a="http://schemas.openxmlformats.org/drawingml/2006/main" prst="chevron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6000" tIns="0" rIns="36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27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C074483-7AE7-4A29-B87E-BD9C2AE450E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078800" y="2624040"/>
            <a:ext cx="3344760" cy="33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ts val="2401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279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5A8C9CA8-DB20-48F9-BF03-349C742B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3560" y="1855080"/>
            <a:ext cx="3525120" cy="359640"/>
          </a:xfrm>
          <a:prstGeom xmlns:a="http://schemas.openxmlformats.org/drawingml/2006/main" prst="chevron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6000" tIns="0" rIns="36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28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CE1AB95D-87A0-4FB5-8B13-F9FBF8DA083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603560" y="2624400"/>
            <a:ext cx="3324600" cy="334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ts val="2401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pic>
        <p:nvPicPr>
          <p:cNvPr id="296" name="Grafik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7734a431a436d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82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B58D33C0-8EF7-4EBA-AD93-880BABEB6DD4}"/>
              </a:ext>
            </a:extLst>
          </p:cNvPr>
          <p:cNvSpPr>
            <a:spLocks xmlns:a="http://schemas.openxmlformats.org/drawingml/2006/main" noGrp="1"/>
          </p:cNvSpPr>
          <p:nvPr>
            <p:ph type="dt" idx="64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283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12A8EC93-CD74-4067-9412-6260D8B42AFE}"/>
              </a:ext>
            </a:extLst>
          </p:cNvPr>
          <p:cNvSpPr>
            <a:spLocks xmlns:a="http://schemas.openxmlformats.org/drawingml/2006/main" noGrp="1"/>
          </p:cNvSpPr>
          <p:nvPr>
            <p:ph type="ftr" idx="65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284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618883E0-18FD-4C05-B831-CF8C5E82A179}"/>
              </a:ext>
            </a:extLst>
          </p:cNvPr>
          <p:cNvSpPr>
            <a:spLocks xmlns:a="http://schemas.openxmlformats.org/drawingml/2006/main" noGrp="1"/>
          </p:cNvSpPr>
          <p:nvPr>
            <p:ph type="sldNum" idx="66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64274E0B-FDA3-43D2-9537-DD6EB6E4BE5F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25.xml><?xml version="1.0" encoding="utf-8"?>
<p:sldLayout xmlns:p="http://schemas.openxmlformats.org/presentationml/2006/main" type="blank" preserve="1">
  <p:cSld name="Text und Bild 4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5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20153E77-70E4-4A19-8DA1-02D16AFE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00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ab6f318294146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8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7F0129A-6B95-4D9C-A12A-AA0A771FBA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08908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28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2A947FE-EA6F-4382-8483-AE35B65C89B0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557640" y="1832400"/>
            <a:ext cx="3282840" cy="167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01 Lorem ipsum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Lorem ipsum dolor sit amet, consetetur sadipscing elitr, sed diam nonumy eirmod tempor invidunt ut labore et dolore</a:t>
            </a:r>
          </a:p>
        </p:txBody>
      </p:sp>
      <p:sp>
        <p:nvSpPr>
          <p:cNvPr id="28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E64BFA8-B280-48A8-8FA8-68FBA65B93F5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557640" y="4233600"/>
            <a:ext cx="3282840" cy="167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02 Lorem ipsum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Lorem ipsum dolor sit amet, consetetur sadipscing elitr, sed diam nonumy eirmod tempor invidunt ut labore et dolore</a:t>
            </a:r>
          </a:p>
        </p:txBody>
      </p:sp>
      <p:sp>
        <p:nvSpPr>
          <p:cNvPr id="29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99942322-C0BA-4818-9633-B487C2E71EB8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8359560" y="1832400"/>
            <a:ext cx="3282840" cy="167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03 Lorem ipsum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Lorem ipsum dolor sit amet, consetetur sadipscing elitr, sed diam nonumy eirmod tempor invidunt ut labore et dolore</a:t>
            </a:r>
          </a:p>
        </p:txBody>
      </p:sp>
      <p:sp>
        <p:nvSpPr>
          <p:cNvPr id="29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B34F81C-E34D-4ADD-B7D3-7FC38AA50620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8359560" y="4233600"/>
            <a:ext cx="3282840" cy="167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04 Lorem ipsum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Lorem ipsum dolor sit amet, consetetur sadipscing elitr, sed diam nonumy eirmod tempor invidunt ut labore et dolore</a:t>
            </a:r>
          </a:p>
        </p:txBody>
      </p:sp>
      <p:sp>
        <p:nvSpPr>
          <p:cNvPr id="292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B6311AB9-EDF9-48BE-9BB8-87EBFA14E0F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24920" y="2782440"/>
            <a:ext cx="2779200" cy="2432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pic>
        <p:nvPicPr>
          <p:cNvPr id="307" name="Grafik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ab6f318294146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94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24B080FF-1E43-40F3-AA42-2E535122FC23}"/>
              </a:ext>
            </a:extLst>
          </p:cNvPr>
          <p:cNvSpPr>
            <a:spLocks xmlns:a="http://schemas.openxmlformats.org/drawingml/2006/main" noGrp="1"/>
          </p:cNvSpPr>
          <p:nvPr>
            <p:ph type="dt" idx="67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295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958A3123-AB4A-427B-9813-157A561B43BA}"/>
              </a:ext>
            </a:extLst>
          </p:cNvPr>
          <p:cNvSpPr>
            <a:spLocks xmlns:a="http://schemas.openxmlformats.org/drawingml/2006/main" noGrp="1"/>
          </p:cNvSpPr>
          <p:nvPr>
            <p:ph type="ftr" idx="68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296" name="PlaceHolder 9">
            <a:extLst xmlns:a="http://schemas.openxmlformats.org/drawingml/2006/main">
              <a:ext uri="{FF2B5EF4-FFF2-40B4-BE49-F238E27FC236}">
                <a16:creationId xmlns:a16="http://schemas.microsoft.com/office/drawing/2014/main" id="{2D7BE7CA-2D2F-4F48-B3A1-E41F3166A861}"/>
              </a:ext>
            </a:extLst>
          </p:cNvPr>
          <p:cNvSpPr>
            <a:spLocks xmlns:a="http://schemas.openxmlformats.org/drawingml/2006/main" noGrp="1"/>
          </p:cNvSpPr>
          <p:nvPr>
            <p:ph type="sldNum" idx="69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00CCE833-DC54-4EE9-A84D-9E2EFFE1AAE4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26.xml><?xml version="1.0" encoding="utf-8"?>
<p:sldLayout xmlns:p="http://schemas.openxmlformats.org/presentationml/2006/main" type="blank" preserve="1">
  <p:cSld name="Titelfolie 2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7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CCF5DB71-9838-4847-818E-9DA58C38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05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08ef001d34ecb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9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5F80199-41CA-4D12-89D7-BB2AFFDE2B3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2600" y="1732680"/>
            <a:ext cx="11070000" cy="165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defRPr sz="3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Titel der Präsentation</a:t>
            </a:r>
            <a:br/>
            <a:r>
              <a:rPr sz="3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kann bis zu drei Zeilen</a:t>
            </a:r>
          </a:p>
        </p:txBody>
      </p:sp>
      <p:pic>
        <p:nvPicPr>
          <p:cNvPr id="307" name="Grafik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ff7f374a54b3f"/>
          <a:stretch xmlns:a="http://schemas.openxmlformats.org/drawingml/2006/main"/>
        </p:blipFill>
        <p:spPr>
          <a:xfrm xmlns:a="http://schemas.openxmlformats.org/drawingml/2006/main">
            <a:off x="8662680" y="178560"/>
            <a:ext cx="3236040" cy="1215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0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5D5C879-E2C9-404D-9222-2D31DF09A36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type="blank" preserve="1">
  <p:cSld name="Bildergalerie 4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FCEA8EBE-8AF0-4C9D-B9B1-EADF821D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13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e21b3390e4779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0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CE6101-EEAE-4EF0-A1B7-B466C89BB2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21760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30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04F5428-936C-4ACA-8CE0-65EFFB5A53B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42880" y="1836720"/>
            <a:ext cx="11099520" cy="445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pic>
        <p:nvPicPr>
          <p:cNvPr id="316" name="Grafik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e21b3390e4779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0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89F5AEC-3D14-437F-A818-D546DBBFC665}"/>
              </a:ext>
            </a:extLst>
          </p:cNvPr>
          <p:cNvSpPr>
            <a:spLocks xmlns:a="http://schemas.openxmlformats.org/drawingml/2006/main" noGrp="1"/>
          </p:cNvSpPr>
          <p:nvPr>
            <p:ph type="dt" idx="70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30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589C0D8-54E3-49C2-BF6A-0815245EE0C2}"/>
              </a:ext>
            </a:extLst>
          </p:cNvPr>
          <p:cNvSpPr>
            <a:spLocks xmlns:a="http://schemas.openxmlformats.org/drawingml/2006/main" noGrp="1"/>
          </p:cNvSpPr>
          <p:nvPr>
            <p:ph type="ftr" idx="71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30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DCE8696-22ED-40BE-B822-F0B0050DB2E2}"/>
              </a:ext>
            </a:extLst>
          </p:cNvPr>
          <p:cNvSpPr>
            <a:spLocks xmlns:a="http://schemas.openxmlformats.org/drawingml/2006/main" noGrp="1"/>
          </p:cNvSpPr>
          <p:nvPr>
            <p:ph type="sldNum" idx="72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53EB6FDC-0FAA-403B-8A4C-81A8DB405465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28.xml><?xml version="1.0" encoding="utf-8"?>
<p:sldLayout xmlns:p="http://schemas.openxmlformats.org/presentationml/2006/main" type="blank" preserve="1">
  <p:cSld name="Tabelle 1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0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06AE08A4-506E-43F5-B49E-EEB2FB13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26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1db3bbf1e499d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4B0A8A8-1994-475B-BD44-F9EDCA266C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9456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313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1CDF393F-EDFD-4D53-8F28-6815E95F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1855080"/>
            <a:ext cx="3524760" cy="35964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6000" tIns="0" rIns="36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31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E7EAD58-83A3-4518-8788-CC037F9C202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3320" y="2624400"/>
            <a:ext cx="3321720" cy="334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ts val="2401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315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682B5C2B-89D7-40E2-8054-D8AB7BBF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440" y="1855080"/>
            <a:ext cx="3525120" cy="35964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6000" tIns="0" rIns="36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31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12EA66E-3F23-4CA8-AD2E-8952A210BD6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078800" y="2624040"/>
            <a:ext cx="3344760" cy="334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ts val="2401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317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A7120AC0-BEF0-4326-80D6-04D518D9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3560" y="1855080"/>
            <a:ext cx="3525120" cy="35964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6000" tIns="0" rIns="36000" bIns="36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31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D16EB3A-B39C-45CE-965F-AD727975CFC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603560" y="2624400"/>
            <a:ext cx="3324600" cy="334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ts val="2401"/>
              </a:lnSpc>
              <a:buNone/>
              <a:tabLst>
                <a:tab pos="0" algn="l"/>
              </a:tabLst>
              <a:def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2124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marL="424800" indent="-212400" algn="l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pic>
        <p:nvPicPr>
          <p:cNvPr id="334" name="Grafik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1db3bbf1e499d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2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4F93F9C4-B7A0-453E-83B0-2275CF9724DB}"/>
              </a:ext>
            </a:extLst>
          </p:cNvPr>
          <p:cNvSpPr>
            <a:spLocks xmlns:a="http://schemas.openxmlformats.org/drawingml/2006/main" noGrp="1"/>
          </p:cNvSpPr>
          <p:nvPr>
            <p:ph type="dt" idx="73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321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0303265B-492A-40EA-8548-98A7000FC3A0}"/>
              </a:ext>
            </a:extLst>
          </p:cNvPr>
          <p:cNvSpPr>
            <a:spLocks xmlns:a="http://schemas.openxmlformats.org/drawingml/2006/main" noGrp="1"/>
          </p:cNvSpPr>
          <p:nvPr>
            <p:ph type="ftr" idx="74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322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556326C5-C209-42B8-B3EB-E05686B0840C}"/>
              </a:ext>
            </a:extLst>
          </p:cNvPr>
          <p:cNvSpPr>
            <a:spLocks xmlns:a="http://schemas.openxmlformats.org/drawingml/2006/main" noGrp="1"/>
          </p:cNvSpPr>
          <p:nvPr>
            <p:ph type="sldNum" idx="75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90908D88-3B21-4921-A18D-430E85BB83A1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Tabelle 4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3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CD37DD47-E0F7-44AD-A37F-3A36B7F2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49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5acf66ebc47ec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8530C3A-5933-4C01-BB27-082D22210A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9456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326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08220022-F16A-467F-92A5-8E72EDB8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1836720"/>
            <a:ext cx="1768680" cy="5140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327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4B1418E9-D483-4F2C-B730-75C150F1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160" y="1836720"/>
            <a:ext cx="292824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328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AF651D60-7B4C-4A17-ABA1-FC1F5FAD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560" y="1836720"/>
            <a:ext cx="286920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329" name="Textplatzhalter 7">
            <a:extLst xmlns:a="http://schemas.openxmlformats.org/drawingml/2006/main">
              <a:ext uri="{FF2B5EF4-FFF2-40B4-BE49-F238E27FC236}">
                <a16:creationId xmlns:a16="http://schemas.microsoft.com/office/drawing/2014/main" id="{6E4E6600-258D-4400-ADE8-8E755E4C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880" y="1836720"/>
            <a:ext cx="292752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3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5649AC9-03CC-46F6-9F19-603954C2634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3320" y="2523240"/>
            <a:ext cx="176868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33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6C58C19-8BBB-49E4-80BB-B9666C6C81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2522520" y="2523240"/>
            <a:ext cx="292824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33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910095EA-569A-4EAE-9DAA-E8724FA8B80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651280" y="2523240"/>
            <a:ext cx="286920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33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457DC2DA-7A6A-4A35-AFBD-D9F9E49517A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715960" y="2523240"/>
            <a:ext cx="292752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334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DA9239E7-6652-49C2-9FA1-99637945F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3320" y="3802680"/>
            <a:ext cx="176868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335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23F2F31A-4383-45CD-8CFE-074C5B065FB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2522160" y="3802680"/>
            <a:ext cx="292824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336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9886D457-30C6-4AD2-9929-93D2F9E62CB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650560" y="3802680"/>
            <a:ext cx="286920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337" name="PlaceHolder 9">
            <a:extLst xmlns:a="http://schemas.openxmlformats.org/drawingml/2006/main">
              <a:ext uri="{FF2B5EF4-FFF2-40B4-BE49-F238E27FC236}">
                <a16:creationId xmlns:a16="http://schemas.microsoft.com/office/drawing/2014/main" id="{E53D95E2-1BEC-4F26-9148-FCCCE6F2065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714880" y="3802680"/>
            <a:ext cx="292752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338" name="PlaceHolder 10">
            <a:extLst xmlns:a="http://schemas.openxmlformats.org/drawingml/2006/main">
              <a:ext uri="{FF2B5EF4-FFF2-40B4-BE49-F238E27FC236}">
                <a16:creationId xmlns:a16="http://schemas.microsoft.com/office/drawing/2014/main" id="{4E4405FE-5FDE-45BA-BA77-A51D5F66F93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3320" y="5082120"/>
            <a:ext cx="176868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339" name="PlaceHolder 11">
            <a:extLst xmlns:a="http://schemas.openxmlformats.org/drawingml/2006/main">
              <a:ext uri="{FF2B5EF4-FFF2-40B4-BE49-F238E27FC236}">
                <a16:creationId xmlns:a16="http://schemas.microsoft.com/office/drawing/2014/main" id="{809F463B-875F-49E8-84E3-6CEB6563302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2522160" y="5082120"/>
            <a:ext cx="292824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340" name="PlaceHolder 12">
            <a:extLst xmlns:a="http://schemas.openxmlformats.org/drawingml/2006/main">
              <a:ext uri="{FF2B5EF4-FFF2-40B4-BE49-F238E27FC236}">
                <a16:creationId xmlns:a16="http://schemas.microsoft.com/office/drawing/2014/main" id="{46C66A66-1738-4371-94D9-5824B245757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650560" y="5082120"/>
            <a:ext cx="286920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341" name="PlaceHolder 13">
            <a:extLst xmlns:a="http://schemas.openxmlformats.org/drawingml/2006/main">
              <a:ext uri="{FF2B5EF4-FFF2-40B4-BE49-F238E27FC236}">
                <a16:creationId xmlns:a16="http://schemas.microsoft.com/office/drawing/2014/main" id="{3066FCA4-DBDE-4DAE-A9A0-BC3D937DB43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714880" y="5082120"/>
            <a:ext cx="292752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pic>
        <p:nvPicPr>
          <p:cNvPr id="367" name="Grafik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5acf66ebc47ec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43" name="PlaceHolder 14">
            <a:extLst xmlns:a="http://schemas.openxmlformats.org/drawingml/2006/main">
              <a:ext uri="{FF2B5EF4-FFF2-40B4-BE49-F238E27FC236}">
                <a16:creationId xmlns:a16="http://schemas.microsoft.com/office/drawing/2014/main" id="{3942B740-A364-4651-8A19-02AC112A5355}"/>
              </a:ext>
            </a:extLst>
          </p:cNvPr>
          <p:cNvSpPr>
            <a:spLocks xmlns:a="http://schemas.openxmlformats.org/drawingml/2006/main" noGrp="1"/>
          </p:cNvSpPr>
          <p:nvPr>
            <p:ph type="dt" idx="76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344" name="PlaceHolder 15">
            <a:extLst xmlns:a="http://schemas.openxmlformats.org/drawingml/2006/main">
              <a:ext uri="{FF2B5EF4-FFF2-40B4-BE49-F238E27FC236}">
                <a16:creationId xmlns:a16="http://schemas.microsoft.com/office/drawing/2014/main" id="{334EECEB-6C72-46B8-AD9E-A05EF51B561D}"/>
              </a:ext>
            </a:extLst>
          </p:cNvPr>
          <p:cNvSpPr>
            <a:spLocks xmlns:a="http://schemas.openxmlformats.org/drawingml/2006/main" noGrp="1"/>
          </p:cNvSpPr>
          <p:nvPr>
            <p:ph type="ftr" idx="77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345" name="PlaceHolder 16">
            <a:extLst xmlns:a="http://schemas.openxmlformats.org/drawingml/2006/main">
              <a:ext uri="{FF2B5EF4-FFF2-40B4-BE49-F238E27FC236}">
                <a16:creationId xmlns:a16="http://schemas.microsoft.com/office/drawing/2014/main" id="{9356E691-A0A4-45F6-8783-CEE320DE20D5}"/>
              </a:ext>
            </a:extLst>
          </p:cNvPr>
          <p:cNvSpPr>
            <a:spLocks xmlns:a="http://schemas.openxmlformats.org/drawingml/2006/main" noGrp="1"/>
          </p:cNvSpPr>
          <p:nvPr>
            <p:ph type="sldNum" idx="78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1ACA3AEA-A5EF-401D-98B3-D72B8393072F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30.xml><?xml version="1.0" encoding="utf-8"?>
<p:sldLayout xmlns:p="http://schemas.openxmlformats.org/presentationml/2006/main" type="blank" preserve="1">
  <p:cSld name="Aufzählung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6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B10436A2-8F5A-4ACB-90E9-CF8D3CCD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57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03eb0ba9e4f7f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4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573C795-50BA-4136-8C87-DD2561DE2D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83040" cy="13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34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104FB70-9CB2-4CA9-9BAD-EFAFBB2AD9F4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542880" y="1851120"/>
            <a:ext cx="11099520" cy="336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algn="l" defTabSz="91440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algn="l" defTabSz="91440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  <a:lvl4pPr marL="285840" indent="-28584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4pPr>
          </a:lstStyle>
          <a:p xmlns:a="http://schemas.openxmlformats.org/drawingml/2006/main">
            <a:pPr marL="285840" indent="-285840" algn="l" defTabSz="91440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Aufzählungspunkt 1 mit maximal drei Zeilen</a:t>
            </a:r>
          </a:p>
          <a:p xmlns:a="http://schemas.openxmlformats.org/drawingml/2006/main">
            <a:pPr marL="285840" indent="-285840" algn="l" defTabSz="91440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Aufzählungspunkt 2 mit maximal drei Zeilen</a:t>
            </a:r>
          </a:p>
          <a:p xmlns:a="http://schemas.openxmlformats.org/drawingml/2006/main">
            <a:pPr marL="285840" indent="-285840" algn="l" defTabSz="91440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Aufzählungspunkt 3 mit maximal drei Zeilen</a:t>
            </a:r>
          </a:p>
          <a:p xmlns:a="http://schemas.openxmlformats.org/drawingml/2006/main">
            <a:pPr marL="285840" indent="-28584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</a:p>
        </p:txBody>
      </p:sp>
      <p:pic>
        <p:nvPicPr>
          <p:cNvPr id="360" name="Grafik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03eb0ba9e4f7f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5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D190A23-B59C-4925-A59A-AEA24329667F}"/>
              </a:ext>
            </a:extLst>
          </p:cNvPr>
          <p:cNvSpPr>
            <a:spLocks xmlns:a="http://schemas.openxmlformats.org/drawingml/2006/main" noGrp="1"/>
          </p:cNvSpPr>
          <p:nvPr>
            <p:ph type="dt" idx="79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35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D3C0D30-A29B-4321-ADA9-7BA9E5A736ED}"/>
              </a:ext>
            </a:extLst>
          </p:cNvPr>
          <p:cNvSpPr>
            <a:spLocks xmlns:a="http://schemas.openxmlformats.org/drawingml/2006/main" noGrp="1"/>
          </p:cNvSpPr>
          <p:nvPr>
            <p:ph type="ftr" idx="80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35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FAD505B0-D127-43F0-8D69-D84006285FCB}"/>
              </a:ext>
            </a:extLst>
          </p:cNvPr>
          <p:cNvSpPr>
            <a:spLocks xmlns:a="http://schemas.openxmlformats.org/drawingml/2006/main" noGrp="1"/>
          </p:cNvSpPr>
          <p:nvPr>
            <p:ph type="sldNum" idx="81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5EA070CB-4B51-4570-8A48-40128473CFA6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31.xml><?xml version="1.0" encoding="utf-8"?>
<p:sldLayout xmlns:p="http://schemas.openxmlformats.org/presentationml/2006/main" type="blank" preserve="1">
  <p:cSld name="Schaubild 3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4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BB0D52A5-F0C4-4D09-9C68-ADE2095C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70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30f49214945ad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56" name="Oval 1">
            <a:extLst xmlns:a="http://schemas.openxmlformats.org/drawingml/2006/main">
              <a:ext uri="{FF2B5EF4-FFF2-40B4-BE49-F238E27FC236}">
                <a16:creationId xmlns:a16="http://schemas.microsoft.com/office/drawing/2014/main" id="{9D1FB1AF-C2AE-41BB-BFA7-39A50ABB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5320" y="1503720"/>
            <a:ext cx="3865680" cy="38656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00FF6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5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19A860C-8EC4-48FA-9AA7-683B32573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5034240" cy="13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35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7EF37D3-5C42-4074-B4D4-FD87687145D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42880" y="2235240"/>
            <a:ext cx="4306680" cy="336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359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1936606F-F31F-4AAA-91F4-57CF2434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60" y="55332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00FF64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sp>
        <p:nvSpPr>
          <p:cNvPr id="360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61D82523-C42E-4F53-8A69-E571B120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6960" y="238212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00FF64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sp>
        <p:nvSpPr>
          <p:cNvPr id="361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E8B3C08E-6A23-48BC-8784-F6DAE2DD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60" y="421092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00FF64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sp>
        <p:nvSpPr>
          <p:cNvPr id="362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9C66CB11-8008-49E1-81EA-9C78D0AB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400" y="238212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00FF64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pic>
        <p:nvPicPr>
          <p:cNvPr id="378" name="Grafik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30f49214945ad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6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8714A06-116D-44FB-974D-5158FCC3B06F}"/>
              </a:ext>
            </a:extLst>
          </p:cNvPr>
          <p:cNvSpPr>
            <a:spLocks xmlns:a="http://schemas.openxmlformats.org/drawingml/2006/main" noGrp="1"/>
          </p:cNvSpPr>
          <p:nvPr>
            <p:ph type="dt" idx="82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36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1D12E6B-CAC6-4FBD-B86F-CC16B7AB79EC}"/>
              </a:ext>
            </a:extLst>
          </p:cNvPr>
          <p:cNvSpPr>
            <a:spLocks xmlns:a="http://schemas.openxmlformats.org/drawingml/2006/main" noGrp="1"/>
          </p:cNvSpPr>
          <p:nvPr>
            <p:ph type="ftr" idx="83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36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CB5D1437-7CF3-4CD6-B30F-8F4D236F0717}"/>
              </a:ext>
            </a:extLst>
          </p:cNvPr>
          <p:cNvSpPr>
            <a:spLocks xmlns:a="http://schemas.openxmlformats.org/drawingml/2006/main" noGrp="1"/>
          </p:cNvSpPr>
          <p:nvPr>
            <p:ph type="sldNum" idx="84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4392920A-3410-49AD-B1D1-0F8F452CC834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32.xml><?xml version="1.0" encoding="utf-8"?>
<p:sldLayout xmlns:p="http://schemas.openxmlformats.org/presentationml/2006/main" type="blank" preserve="1">
  <p:cSld name="Zwischenfolie 3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7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A12EFED5-9A01-4DE5-8EC7-E8CA28E6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77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55827f19d4e47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6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CD8DBB6-487D-43CA-BD87-D590B776CAC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3320" y="2847240"/>
            <a:ext cx="8048520" cy="148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760">
            <a:solidFill>
              <a:schemeClr val="accent4"/>
            </a:solidFill>
          </a:ln>
        </p:spPr>
        <p:txBody>
          <a:bodyPr xmlns:a="http://schemas.openxmlformats.org/drawingml/2006/main" lIns="360000" tIns="360000" rIns="360000" bIns="360000" anchor="b">
            <a:sp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8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Trennseiten können mit bis zu drei Zeilen Text gestaltet werden</a:t>
            </a:r>
          </a:p>
        </p:txBody>
      </p:sp>
      <p:pic>
        <p:nvPicPr>
          <p:cNvPr id="379" name="Grafik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55827f19d4e47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7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69B8A83-AE41-488F-B98F-D1ED7E90203E}"/>
              </a:ext>
            </a:extLst>
          </p:cNvPr>
          <p:cNvSpPr>
            <a:spLocks xmlns:a="http://schemas.openxmlformats.org/drawingml/2006/main" noGrp="1"/>
          </p:cNvSpPr>
          <p:nvPr>
            <p:ph type="dt" idx="85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37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95DD19F-845F-4B1D-8C80-3CD674FA36C6}"/>
              </a:ext>
            </a:extLst>
          </p:cNvPr>
          <p:cNvSpPr>
            <a:spLocks xmlns:a="http://schemas.openxmlformats.org/drawingml/2006/main" noGrp="1"/>
          </p:cNvSpPr>
          <p:nvPr>
            <p:ph type="ftr" idx="86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37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1DF1BD2-8138-4CA8-AFF1-8BF74676358A}"/>
              </a:ext>
            </a:extLst>
          </p:cNvPr>
          <p:cNvSpPr>
            <a:spLocks xmlns:a="http://schemas.openxmlformats.org/drawingml/2006/main" noGrp="1"/>
          </p:cNvSpPr>
          <p:nvPr>
            <p:ph type="sldNum" idx="87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FD51CF96-F3BB-4860-BB00-5AB5D67B671F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33.xml><?xml version="1.0" encoding="utf-8"?>
<p:sldLayout xmlns:p="http://schemas.openxmlformats.org/presentationml/2006/main" type="blank" preserve="1">
  <p:cSld name="Zwischenfolie 4">
    <p:bg>
      <p:bgPr>
        <a:solidFill xmlns:a="http://schemas.openxmlformats.org/drawingml/2006/main">
          <a:srgbClr val="000E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4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EE40EB0E-B82D-417A-8AAC-9114C609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83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d3a53390c48e8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7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57F1E80-935B-4800-B2F4-FBCA052E1A8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3320" y="1836720"/>
            <a:ext cx="9030600" cy="155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3600" b="1" u="none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3600" b="1" u="none">
                <a:solidFill>
                  <a:schemeClr val="accent2"/>
                </a:solidFill>
                <a:latin typeface="Verdana"/>
                <a:ea typeface="Verdana"/>
                <a:cs typeface="Verdana"/>
              </a:rPr>
              <a:t>Trennseiten können mit bis zu drei Zeilen Text gestaltet werden</a:t>
            </a:r>
          </a:p>
        </p:txBody>
      </p:sp>
      <p:sp>
        <p:nvSpPr>
          <p:cNvPr id="37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41B9ADC-2CFC-4AB7-8591-ADF0534EBE9E}"/>
              </a:ext>
            </a:extLst>
          </p:cNvPr>
          <p:cNvSpPr>
            <a:spLocks xmlns:a="http://schemas.openxmlformats.org/drawingml/2006/main" noGrp="1"/>
          </p:cNvSpPr>
          <p:nvPr>
            <p:ph type="sldNum" idx="88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A2D7FBCE-E4F5-4ED3-9C22-87D96A9831CA}" type="slidenum">
              <a: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  <p:sp>
        <p:nvSpPr>
          <p:cNvPr id="378" name="Textfeld 4">
            <a:extLst xmlns:a="http://schemas.openxmlformats.org/drawingml/2006/main">
              <a:ext uri="{FF2B5EF4-FFF2-40B4-BE49-F238E27FC236}">
                <a16:creationId xmlns:a16="http://schemas.microsoft.com/office/drawing/2014/main" id="{6AE0D122-BA2A-46BB-8949-B03D05A8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40" y="6478200"/>
            <a:ext cx="802440" cy="212040"/>
          </a:xfrm>
          <a:prstGeom xmlns:a="http://schemas.openxmlformats.org/drawingml/2006/main" prst="rect">
            <a:avLst/>
          </a:prstGeom>
          <a:blipFill xmlns:a="http://schemas.openxmlformats.org/drawingml/2006/main" rotWithShape="0">
            <a:blip xmlns:r="http://schemas.openxmlformats.org/officeDocument/2006/relationships" r:embed="R3d11217b78754fd8"/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7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139679B-F72D-439E-BF68-AF796905C577}"/>
              </a:ext>
            </a:extLst>
          </p:cNvPr>
          <p:cNvSpPr>
            <a:spLocks xmlns:a="http://schemas.openxmlformats.org/drawingml/2006/main" noGrp="1"/>
          </p:cNvSpPr>
          <p:nvPr>
            <p:ph type="dt" idx="89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38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AB06FA3-DECB-43D6-9760-D8EA95170712}"/>
              </a:ext>
            </a:extLst>
          </p:cNvPr>
          <p:cNvSpPr>
            <a:spLocks xmlns:a="http://schemas.openxmlformats.org/drawingml/2006/main" noGrp="1"/>
          </p:cNvSpPr>
          <p:nvPr>
            <p:ph type="ftr" idx="90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</p:spTree>
  </p:cSld>
</p:sldLayout>
</file>

<file path=ppt/slideLayouts/slideLayout34.xml><?xml version="1.0" encoding="utf-8"?>
<p:sldLayout xmlns:p="http://schemas.openxmlformats.org/presentationml/2006/main" type="blank" preserve="1">
  <p:cSld name="Video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1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60957E0C-C678-4EB5-B2EF-C36E23F0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86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5223e0b7f4271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8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4F56328-D094-4433-9E53-337CA155AF8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Mediaclip durch Klicken auf Symbol hinzufügen</a:t>
            </a:r>
          </a:p>
        </p:txBody>
      </p:sp>
    </p:spTree>
  </p:cSld>
</p:sldLayout>
</file>

<file path=ppt/slideLayouts/slideLayout35.xml><?xml version="1.0" encoding="utf-8"?>
<p:sldLayout xmlns:p="http://schemas.openxmlformats.org/presentationml/2006/main" type="blank" preserve="1">
  <p:cSld name="Zitat 3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4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A78C4A59-9393-4668-B635-5755611C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91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edc3f6473491a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8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28E8361-B9F5-4601-89EF-6888C8A2117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sp>
        <p:nvSpPr>
          <p:cNvPr id="38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AAE7524-7684-4280-B877-D22F5F0E86A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3320" y="1836720"/>
            <a:ext cx="5452560" cy="291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28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2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»Hier steht das Zitat mit zugehörigem Foto der/des Protagonistin/en«</a:t>
            </a:r>
          </a:p>
        </p:txBody>
      </p:sp>
      <p:sp>
        <p:nvSpPr>
          <p:cNvPr id="38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4C10927-B6CD-4DDE-BC45-F639E1582EEA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554040" y="5110200"/>
            <a:ext cx="5452560" cy="100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ctr" defTabSz="914400">
              <a:lnSpc>
                <a:spcPts val="2401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Name der zitierten Person</a:t>
            </a:r>
          </a:p>
        </p:txBody>
      </p:sp>
    </p:spTree>
  </p:cSld>
</p:sldLayout>
</file>

<file path=ppt/slideLayouts/slideLayout36.xml><?xml version="1.0" encoding="utf-8"?>
<p:sldLayout xmlns:p="http://schemas.openxmlformats.org/presentationml/2006/main" type="blank" preserve="1">
  <p:cSld name="Tabelle 9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9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81802103-4854-4709-AB0C-14FC1517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19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bc2e11a304e3c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9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3398DED-B0AA-4E7B-B664-DAA36F7B8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8304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392" name="1">
            <a:extLst xmlns:a="http://schemas.openxmlformats.org/drawingml/2006/main">
              <a:ext uri="{FF2B5EF4-FFF2-40B4-BE49-F238E27FC236}">
                <a16:creationId xmlns:a16="http://schemas.microsoft.com/office/drawing/2014/main" id="{2C8F85B9-AAE3-4BA4-AC0F-57A7FC4D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1836720"/>
            <a:ext cx="1768680" cy="5140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FF64"/>
          </a:solidFill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393" name="2">
            <a:extLst xmlns:a="http://schemas.openxmlformats.org/drawingml/2006/main">
              <a:ext uri="{FF2B5EF4-FFF2-40B4-BE49-F238E27FC236}">
                <a16:creationId xmlns:a16="http://schemas.microsoft.com/office/drawing/2014/main" id="{742F53DE-C835-4E02-8DC0-84D010BD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160" y="1836720"/>
            <a:ext cx="210492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394" name="3">
            <a:extLst xmlns:a="http://schemas.openxmlformats.org/drawingml/2006/main">
              <a:ext uri="{FF2B5EF4-FFF2-40B4-BE49-F238E27FC236}">
                <a16:creationId xmlns:a16="http://schemas.microsoft.com/office/drawing/2014/main" id="{3534D0AB-1C86-4D71-A203-B188D532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320" y="1836720"/>
            <a:ext cx="210492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395" name="4">
            <a:extLst xmlns:a="http://schemas.openxmlformats.org/drawingml/2006/main">
              <a:ext uri="{FF2B5EF4-FFF2-40B4-BE49-F238E27FC236}">
                <a16:creationId xmlns:a16="http://schemas.microsoft.com/office/drawing/2014/main" id="{B75033DF-5F8E-46A9-9D70-3DC5F6AC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840" y="1842480"/>
            <a:ext cx="210492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396" name="5">
            <a:extLst xmlns:a="http://schemas.openxmlformats.org/drawingml/2006/main">
              <a:ext uri="{FF2B5EF4-FFF2-40B4-BE49-F238E27FC236}">
                <a16:creationId xmlns:a16="http://schemas.microsoft.com/office/drawing/2014/main" id="{485B707D-39B5-4C8C-B25C-95324D26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920" y="1845360"/>
            <a:ext cx="2104920" cy="51408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Textmaster bearbeiten</a:t>
            </a:r>
          </a:p>
        </p:txBody>
      </p:sp>
      <p:sp>
        <p:nvSpPr>
          <p:cNvPr id="397" name="6">
            <a:extLst xmlns:a="http://schemas.openxmlformats.org/drawingml/2006/main">
              <a:ext uri="{FF2B5EF4-FFF2-40B4-BE49-F238E27FC236}">
                <a16:creationId xmlns:a16="http://schemas.microsoft.com/office/drawing/2014/main" id="{F559DB20-3B29-42C4-B6BD-6B0E5463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2523240"/>
            <a:ext cx="1768680" cy="11070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39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3C5A0A3-BEEF-439F-AB63-8CD518A19E0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2522520" y="2523240"/>
            <a:ext cx="210492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39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109D72C-9CE4-42FE-AEBD-9CA22D98B86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837680" y="2523240"/>
            <a:ext cx="210492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40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680BC5A-86BF-4942-9EC3-B0585749355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153200" y="2529000"/>
            <a:ext cx="210492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40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5BDAC06C-FEF2-4899-A082-31BE121585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9458280" y="2531880"/>
            <a:ext cx="210492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402" name="11">
            <a:extLst xmlns:a="http://schemas.openxmlformats.org/drawingml/2006/main">
              <a:ext uri="{FF2B5EF4-FFF2-40B4-BE49-F238E27FC236}">
                <a16:creationId xmlns:a16="http://schemas.microsoft.com/office/drawing/2014/main" id="{5C3C8375-B35A-4F76-AED7-80B10CF7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80" y="3782520"/>
            <a:ext cx="1768680" cy="112716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403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6115D158-5966-4A2A-8E9D-C612744FCD8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2522160" y="3802680"/>
            <a:ext cx="210492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404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B7AD6430-56A6-4FE4-A848-850042C5105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837320" y="3802680"/>
            <a:ext cx="210492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405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E8B77352-ECE8-4C31-A317-7C887835CA7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152840" y="3808440"/>
            <a:ext cx="210492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406" name="PlaceHolder 9">
            <a:extLst xmlns:a="http://schemas.openxmlformats.org/drawingml/2006/main">
              <a:ext uri="{FF2B5EF4-FFF2-40B4-BE49-F238E27FC236}">
                <a16:creationId xmlns:a16="http://schemas.microsoft.com/office/drawing/2014/main" id="{F88936AD-CBC2-4F26-881D-8B7F968E892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9457920" y="3811320"/>
            <a:ext cx="210492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407" name="16">
            <a:extLst xmlns:a="http://schemas.openxmlformats.org/drawingml/2006/main">
              <a:ext uri="{FF2B5EF4-FFF2-40B4-BE49-F238E27FC236}">
                <a16:creationId xmlns:a16="http://schemas.microsoft.com/office/drawing/2014/main" id="{C2B835D2-9C85-4AC5-B0DD-C328E9BA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80" y="5061960"/>
            <a:ext cx="1768680" cy="112716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31750">
            <a:solidFill>
              <a:srgbClr val="00FF6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6000" rIns="90000" bIns="36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408" name="PlaceHolder 10">
            <a:extLst xmlns:a="http://schemas.openxmlformats.org/drawingml/2006/main">
              <a:ext uri="{FF2B5EF4-FFF2-40B4-BE49-F238E27FC236}">
                <a16:creationId xmlns:a16="http://schemas.microsoft.com/office/drawing/2014/main" id="{02A1843E-26FD-4A81-8F43-A3D89B3E7EF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2522160" y="5082120"/>
            <a:ext cx="210492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409" name="PlaceHolder 11">
            <a:extLst xmlns:a="http://schemas.openxmlformats.org/drawingml/2006/main">
              <a:ext uri="{FF2B5EF4-FFF2-40B4-BE49-F238E27FC236}">
                <a16:creationId xmlns:a16="http://schemas.microsoft.com/office/drawing/2014/main" id="{7A5B1663-3713-4859-BBC2-5F1C566A78D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837320" y="5082120"/>
            <a:ext cx="210492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410" name="PlaceHolder 12">
            <a:extLst xmlns:a="http://schemas.openxmlformats.org/drawingml/2006/main">
              <a:ext uri="{FF2B5EF4-FFF2-40B4-BE49-F238E27FC236}">
                <a16:creationId xmlns:a16="http://schemas.microsoft.com/office/drawing/2014/main" id="{4594C194-2602-4F5D-BECA-12E3D19E930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152840" y="5087880"/>
            <a:ext cx="210492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sp>
        <p:nvSpPr>
          <p:cNvPr id="411" name="PlaceHolder 13">
            <a:extLst xmlns:a="http://schemas.openxmlformats.org/drawingml/2006/main">
              <a:ext uri="{FF2B5EF4-FFF2-40B4-BE49-F238E27FC236}">
                <a16:creationId xmlns:a16="http://schemas.microsoft.com/office/drawing/2014/main" id="{BBBCDC82-25D0-41C9-A71D-27A18B80EEE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9457920" y="5090760"/>
            <a:ext cx="2104920" cy="110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0000" tIns="90000" rIns="90000" bIns="90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2pPr>
            <a:lvl3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3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  <a:p xmlns:a="http://schemas.openxmlformats.org/drawingml/2006/main">
            <a:pPr marL="90000" indent="-900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Zweite Ebene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Dritte Ebene</a:t>
            </a:r>
          </a:p>
        </p:txBody>
      </p:sp>
      <p:pic>
        <p:nvPicPr>
          <p:cNvPr id="441" name="Grafik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bc2e11a304e3c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13" name="PlaceHolder 14">
            <a:extLst xmlns:a="http://schemas.openxmlformats.org/drawingml/2006/main">
              <a:ext uri="{FF2B5EF4-FFF2-40B4-BE49-F238E27FC236}">
                <a16:creationId xmlns:a16="http://schemas.microsoft.com/office/drawing/2014/main" id="{D01F6F39-BD96-4C91-8739-48829F6CF3BC}"/>
              </a:ext>
            </a:extLst>
          </p:cNvPr>
          <p:cNvSpPr>
            <a:spLocks xmlns:a="http://schemas.openxmlformats.org/drawingml/2006/main" noGrp="1"/>
          </p:cNvSpPr>
          <p:nvPr>
            <p:ph type="dt" idx="91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414" name="PlaceHolder 15">
            <a:extLst xmlns:a="http://schemas.openxmlformats.org/drawingml/2006/main">
              <a:ext uri="{FF2B5EF4-FFF2-40B4-BE49-F238E27FC236}">
                <a16:creationId xmlns:a16="http://schemas.microsoft.com/office/drawing/2014/main" id="{1605B13F-CE24-48EC-8960-691EAECC442D}"/>
              </a:ext>
            </a:extLst>
          </p:cNvPr>
          <p:cNvSpPr>
            <a:spLocks xmlns:a="http://schemas.openxmlformats.org/drawingml/2006/main" noGrp="1"/>
          </p:cNvSpPr>
          <p:nvPr>
            <p:ph type="ftr" idx="92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415" name="PlaceHolder 16">
            <a:extLst xmlns:a="http://schemas.openxmlformats.org/drawingml/2006/main">
              <a:ext uri="{FF2B5EF4-FFF2-40B4-BE49-F238E27FC236}">
                <a16:creationId xmlns:a16="http://schemas.microsoft.com/office/drawing/2014/main" id="{BD602C6D-8AE1-46AA-85D6-5C96563262A3}"/>
              </a:ext>
            </a:extLst>
          </p:cNvPr>
          <p:cNvSpPr>
            <a:spLocks xmlns:a="http://schemas.openxmlformats.org/drawingml/2006/main" noGrp="1"/>
          </p:cNvSpPr>
          <p:nvPr>
            <p:ph type="sldNum" idx="93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0C5619B9-18CB-426F-ADA2-CC6A3ADE39E3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37.xml><?xml version="1.0" encoding="utf-8"?>
<p:sldLayout xmlns:p="http://schemas.openxmlformats.org/presentationml/2006/main" type="blank" preserve="1">
  <p:cSld name="Zitat 4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6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95032D72-661F-4741-87CA-9E06D73C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23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5fddba4f14b38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1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62DDE1D-41D4-4A96-967A-AB0281AC68E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3320" y="1836720"/>
            <a:ext cx="5452560" cy="291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2800" b="1" u="none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2800" b="1" u="none">
                <a:solidFill>
                  <a:schemeClr val="lt1"/>
                </a:solidFill>
                <a:latin typeface="Verdana"/>
                <a:ea typeface="Verdana"/>
                <a:cs typeface="Verdana"/>
              </a:rPr>
              <a:t>»Hier steht das Zitat mit zugehörigem Foto der/des Protagonistin/en«</a:t>
            </a:r>
          </a:p>
        </p:txBody>
      </p:sp>
      <p:sp>
        <p:nvSpPr>
          <p:cNvPr id="41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647414A-9D44-46BE-8C77-D4482FA17272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554040" y="5110200"/>
            <a:ext cx="5452560" cy="100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ctr" defTabSz="914400">
              <a:lnSpc>
                <a:spcPts val="2401"/>
              </a:lnSpc>
              <a:buNone/>
              <a:tabLst>
                <a:tab pos="0" algn="l"/>
              </a:tabLst>
              <a:defRPr sz="1800" b="0" u="none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chemeClr val="lt1"/>
                </a:solidFill>
                <a:latin typeface="Verdana"/>
                <a:ea typeface="Verdana"/>
                <a:cs typeface="Verdana"/>
              </a:rPr>
              <a:t>Name der zitierten Person</a:t>
            </a:r>
          </a:p>
        </p:txBody>
      </p:sp>
      <p:sp>
        <p:nvSpPr>
          <p:cNvPr id="42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99018A3-C84F-4B19-AD6E-61825786A9E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0" y="0"/>
            <a:ext cx="12191760" cy="685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</p:spTree>
  </p:cSld>
</p:sldLayout>
</file>

<file path=ppt/slideLayouts/slideLayout38.xml><?xml version="1.0" encoding="utf-8"?>
<p:sldLayout xmlns:p="http://schemas.openxmlformats.org/presentationml/2006/main" type="blank" preserve="1">
  <p:cSld name="Bildergalerie 2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1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45B78BD0-8ACE-44BB-8A23-B273001D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36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290a85911434d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2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DEF8F95-7939-4733-B73C-100BF809BC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9456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42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AE7D803-5271-4D4D-8C87-110611C81E8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42880" y="1836720"/>
            <a:ext cx="3580560" cy="210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sp>
        <p:nvSpPr>
          <p:cNvPr id="42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3218959-11F2-4D70-B8AB-E1CAC431BC2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42880" y="4185360"/>
            <a:ext cx="3580560" cy="210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sp>
        <p:nvSpPr>
          <p:cNvPr id="42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2BE285D0-3ECF-408A-8AB9-6FEE1BA812F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061840" y="1836720"/>
            <a:ext cx="3580560" cy="210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sp>
        <p:nvSpPr>
          <p:cNvPr id="427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C67EF1EB-FE66-4B32-9961-4FF8DD10AD3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061840" y="4185360"/>
            <a:ext cx="3580560" cy="210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sp>
        <p:nvSpPr>
          <p:cNvPr id="428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CD0B86DC-EDAD-4777-AEF7-9849116DFBC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364640" y="1836720"/>
            <a:ext cx="3458160" cy="445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pic>
        <p:nvPicPr>
          <p:cNvPr id="443" name="Grafik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290a85911434d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30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AB16EF8C-DFAE-4783-9FF4-527A77B3725A}"/>
              </a:ext>
            </a:extLst>
          </p:cNvPr>
          <p:cNvSpPr>
            <a:spLocks xmlns:a="http://schemas.openxmlformats.org/drawingml/2006/main" noGrp="1"/>
          </p:cNvSpPr>
          <p:nvPr>
            <p:ph type="dt" idx="94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431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D308D8EC-76B8-4D54-B792-819996AD355B}"/>
              </a:ext>
            </a:extLst>
          </p:cNvPr>
          <p:cNvSpPr>
            <a:spLocks xmlns:a="http://schemas.openxmlformats.org/drawingml/2006/main" noGrp="1"/>
          </p:cNvSpPr>
          <p:nvPr>
            <p:ph type="ftr" idx="95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432" name="PlaceHolder 9">
            <a:extLst xmlns:a="http://schemas.openxmlformats.org/drawingml/2006/main">
              <a:ext uri="{FF2B5EF4-FFF2-40B4-BE49-F238E27FC236}">
                <a16:creationId xmlns:a16="http://schemas.microsoft.com/office/drawing/2014/main" id="{4D1A574C-03BC-4AF8-AE7D-046E18E2F0CA}"/>
              </a:ext>
            </a:extLst>
          </p:cNvPr>
          <p:cNvSpPr>
            <a:spLocks xmlns:a="http://schemas.openxmlformats.org/drawingml/2006/main" noGrp="1"/>
          </p:cNvSpPr>
          <p:nvPr>
            <p:ph type="sldNum" idx="96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FD663DB1-ABFB-4A6F-9852-54D45F694516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39.xml><?xml version="1.0" encoding="utf-8"?>
<p:sldLayout xmlns:p="http://schemas.openxmlformats.org/presentationml/2006/main" type="blank" preserve="1">
  <p:cSld name="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3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3C2C784D-586B-406B-AAA2-F170C0EC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44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d3d40a3d74f86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3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E742461-CB24-49DF-85B3-78C03BAD9C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7152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43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CBBDB7E-1E83-4F60-9035-8B53CA4B1999}"/>
              </a:ext>
            </a:extLst>
          </p:cNvPr>
          <p:cNvSpPr>
            <a:spLocks xmlns:a="http://schemas.openxmlformats.org/drawingml/2006/main" noGrp="1"/>
          </p:cNvSpPr>
          <p:nvPr>
            <p:ph type="body" idx="0" hasCustomPrompt="1"/>
          </p:nvPr>
        </p:nvSpPr>
        <p:spPr>
          <a:xfrm xmlns:a="http://schemas.openxmlformats.org/drawingml/2006/main">
            <a:off x="552600" y="1836720"/>
            <a:ext cx="9225720" cy="336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Diese Folie ist für reinen Textsatz gedacht.</a:t>
            </a:r>
          </a:p>
        </p:txBody>
      </p:sp>
      <p:pic>
        <p:nvPicPr>
          <p:cNvPr id="447" name="Grafik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d3d40a3d74f86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3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97D373E-A06D-401E-9D61-E8E6672600C3}"/>
              </a:ext>
            </a:extLst>
          </p:cNvPr>
          <p:cNvSpPr>
            <a:spLocks xmlns:a="http://schemas.openxmlformats.org/drawingml/2006/main" noGrp="1"/>
          </p:cNvSpPr>
          <p:nvPr>
            <p:ph type="dt" idx="97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43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F534246-E304-4B4C-A274-2376C77AEF74}"/>
              </a:ext>
            </a:extLst>
          </p:cNvPr>
          <p:cNvSpPr>
            <a:spLocks xmlns:a="http://schemas.openxmlformats.org/drawingml/2006/main" noGrp="1"/>
          </p:cNvSpPr>
          <p:nvPr>
            <p:ph type="ftr" idx="98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44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A4943A2-F78E-435C-9E3A-0FB2FF93CD24}"/>
              </a:ext>
            </a:extLst>
          </p:cNvPr>
          <p:cNvSpPr>
            <a:spLocks xmlns:a="http://schemas.openxmlformats.org/drawingml/2006/main" noGrp="1"/>
          </p:cNvSpPr>
          <p:nvPr>
            <p:ph type="sldNum" idx="99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0428D739-6538-4247-ABB3-749E4FF976A3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40.xml><?xml version="1.0" encoding="utf-8"?>
<p:sldLayout xmlns:p="http://schemas.openxmlformats.org/presentationml/2006/main" type="blank" preserve="1">
  <p:cSld name="Schaubild 4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1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3C34C038-46A5-4B67-9CB6-776066D5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57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aebaa43cc4086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43" name="Oval 1">
            <a:extLst xmlns:a="http://schemas.openxmlformats.org/drawingml/2006/main">
              <a:ext uri="{FF2B5EF4-FFF2-40B4-BE49-F238E27FC236}">
                <a16:creationId xmlns:a16="http://schemas.microsoft.com/office/drawing/2014/main" id="{79640134-0A7A-4315-AB37-96C481C2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5320" y="1503720"/>
            <a:ext cx="3865680" cy="38656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000E5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4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A9C05D9-01DB-47D3-860B-1B52388AAB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5034240" cy="13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44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2B530E1-CAC9-4F48-94E2-592060BA96B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42880" y="2235240"/>
            <a:ext cx="4306680" cy="336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446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C70BBE99-06AE-49E7-AEDE-1AE79BB3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60" y="55332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00FF64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sp>
        <p:nvSpPr>
          <p:cNvPr id="447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714AF33E-5305-4D77-8391-00976826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6960" y="238212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4AFFFF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sp>
        <p:nvSpPr>
          <p:cNvPr id="448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44246B19-AB98-4A4D-8BC7-2D818ED3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60" y="421092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EFEC00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sp>
        <p:nvSpPr>
          <p:cNvPr id="449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BE3FAAC6-6ED2-46C0-899E-9D8E58F2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400" y="238212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FF1B7C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pic>
        <p:nvPicPr>
          <p:cNvPr id="465" name="Grafik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aebaa43cc4086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5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6F6C318-CD98-4AC0-95D0-7B28A20C57C3}"/>
              </a:ext>
            </a:extLst>
          </p:cNvPr>
          <p:cNvSpPr>
            <a:spLocks xmlns:a="http://schemas.openxmlformats.org/drawingml/2006/main" noGrp="1"/>
          </p:cNvSpPr>
          <p:nvPr>
            <p:ph type="dt" idx="100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45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965FA47D-FE8B-4D7B-9A8F-009709A6A9F2}"/>
              </a:ext>
            </a:extLst>
          </p:cNvPr>
          <p:cNvSpPr>
            <a:spLocks xmlns:a="http://schemas.openxmlformats.org/drawingml/2006/main" noGrp="1"/>
          </p:cNvSpPr>
          <p:nvPr>
            <p:ph type="ftr" idx="101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45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803DB367-7CD8-4ECD-867A-1C29C78D8E64}"/>
              </a:ext>
            </a:extLst>
          </p:cNvPr>
          <p:cNvSpPr>
            <a:spLocks xmlns:a="http://schemas.openxmlformats.org/drawingml/2006/main" noGrp="1"/>
          </p:cNvSpPr>
          <p:nvPr>
            <p:ph type="sldNum" idx="102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CB64FC77-CCBC-45AD-8B30-4AB31496302B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41.xml><?xml version="1.0" encoding="utf-8"?>
<p:sldLayout xmlns:p="http://schemas.openxmlformats.org/presentationml/2006/main" type="blank" preserve="1">
  <p:cSld name="Schaubild 2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4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385C57EA-D41D-4275-81F6-AB382D1C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73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597aaa91a4cfe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56" name="Gerade Verbindung 31">
            <a:extLst xmlns:a="http://schemas.openxmlformats.org/drawingml/2006/main">
              <a:ext uri="{FF2B5EF4-FFF2-40B4-BE49-F238E27FC236}">
                <a16:creationId xmlns:a16="http://schemas.microsoft.com/office/drawing/2014/main" id="{9D1496FD-D417-4E88-ABF4-8C54FC1E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160" y="2922480"/>
            <a:ext cx="8695800" cy="36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0E5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5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5D622F0-F1DC-40BD-BE93-653B10A1D1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9456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458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A4C7C998-4516-4A88-B23C-FD5F17C5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184428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00FF64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sp>
        <p:nvSpPr>
          <p:cNvPr id="45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70259BD-FF1D-494A-A9B3-705A3770205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3320" y="4398840"/>
            <a:ext cx="2039040" cy="167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460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A499FB71-32D7-4934-B8FA-B776E82F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880" y="184428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4AFFFF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sp>
        <p:nvSpPr>
          <p:cNvPr id="46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61488C8-75B6-416F-8B6D-6A94A623473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559320" y="4398840"/>
            <a:ext cx="2039040" cy="167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462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CAE220C5-C255-4BA3-AC73-A65BFD41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280" y="184428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FF1B7C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sp>
        <p:nvSpPr>
          <p:cNvPr id="46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10C375A-BDCD-4170-9F7D-15A72A591F3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565680" y="4398840"/>
            <a:ext cx="2039040" cy="167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464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54C73B13-2BFE-44D9-9443-645A4466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640" y="1844280"/>
            <a:ext cx="2087640" cy="208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solidFill>
              <a:srgbClr val="EFEC00"/>
            </a:solidFill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Hier kommt ein kleiner Fakt</a:t>
            </a:r>
          </a:p>
        </p:txBody>
      </p:sp>
      <p:sp>
        <p:nvSpPr>
          <p:cNvPr id="46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65705F0-A05A-413B-BECA-688726BB61B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9618840" y="4398840"/>
            <a:ext cx="2039040" cy="167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pic>
        <p:nvPicPr>
          <p:cNvPr id="484" name="Grafik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597aaa91a4cfe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7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37761FA2-44B4-4D3E-A308-14E4DBF88298}"/>
              </a:ext>
            </a:extLst>
          </p:cNvPr>
          <p:cNvSpPr>
            <a:spLocks xmlns:a="http://schemas.openxmlformats.org/drawingml/2006/main" noGrp="1"/>
          </p:cNvSpPr>
          <p:nvPr>
            <p:ph type="dt" idx="103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468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A0A8A128-C2E6-4F08-B1D7-861A16B88C23}"/>
              </a:ext>
            </a:extLst>
          </p:cNvPr>
          <p:cNvSpPr>
            <a:spLocks xmlns:a="http://schemas.openxmlformats.org/drawingml/2006/main" noGrp="1"/>
          </p:cNvSpPr>
          <p:nvPr>
            <p:ph type="ftr" idx="104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469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BAD63F59-17FA-4923-BB53-DFBFA0D775DC}"/>
              </a:ext>
            </a:extLst>
          </p:cNvPr>
          <p:cNvSpPr>
            <a:spLocks xmlns:a="http://schemas.openxmlformats.org/drawingml/2006/main" noGrp="1"/>
          </p:cNvSpPr>
          <p:nvPr>
            <p:ph type="sldNum" idx="105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C3794932-B12C-4B84-9C9B-D9CB3B30512D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Layouts/slideLayout42.xml><?xml version="1.0" encoding="utf-8"?>
<p:sldLayout xmlns:p="http://schemas.openxmlformats.org/presentationml/2006/main" type="blank" preserve="1">
  <p:cSld name="Text und Bild 2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0" name="Rechteck 7" hidden="1">
            <a:extLst xmlns:a="http://schemas.openxmlformats.org/drawingml/2006/main">
              <a:ext uri="{FF2B5EF4-FFF2-40B4-BE49-F238E27FC236}">
                <a16:creationId xmlns:a16="http://schemas.microsoft.com/office/drawing/2014/main" id="{4A764CB1-8E0A-4FA2-AB12-F0078412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400" cy="1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A3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86" name="Grafik 14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07d4e74834f01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7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AADB6C0-0AB5-4D90-AEF4-5CBDEC47E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08908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90000"/>
              </a:lnSpc>
              <a:buNone/>
              <a:def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Mastertitelformat bearbeiten</a:t>
            </a:r>
          </a:p>
        </p:txBody>
      </p:sp>
      <p:sp>
        <p:nvSpPr>
          <p:cNvPr id="47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8224EDB-B4D7-465D-992E-077ACD2FDDF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3320" y="3772080"/>
            <a:ext cx="3103920" cy="230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47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3AA106C-073A-44FE-BFAF-06EB01BD033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53320" y="1855800"/>
            <a:ext cx="1755720" cy="153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sp>
        <p:nvSpPr>
          <p:cNvPr id="47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4A1D857-AB1F-486A-BC10-FC4130AC6C7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45720" y="3772080"/>
            <a:ext cx="3103920" cy="230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47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39BD422-331B-40DE-A45B-F3E1B90AFF5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45720" y="1855800"/>
            <a:ext cx="1755720" cy="153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sp>
        <p:nvSpPr>
          <p:cNvPr id="477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88F7DD53-0551-4352-9120-4586DB9F9FE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538480" y="3772080"/>
            <a:ext cx="3103920" cy="230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Mastertextformat bearbeiten</a:t>
            </a:r>
          </a:p>
        </p:txBody>
      </p:sp>
      <p:sp>
        <p:nvSpPr>
          <p:cNvPr id="478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F767B8E3-2AA3-4F4C-8903-E6367E551CA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538480" y="1855800"/>
            <a:ext cx="1755720" cy="153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Bild durch Klicken auf Symbol hinzufügen</a:t>
            </a:r>
          </a:p>
        </p:txBody>
      </p:sp>
      <p:pic>
        <p:nvPicPr>
          <p:cNvPr id="494" name="Grafik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07d4e74834f01"/>
          <a:stretch xmlns:a="http://schemas.openxmlformats.org/drawingml/2006/main"/>
        </p:blipFill>
        <p:spPr>
          <a:xfrm xmlns:a="http://schemas.openxmlformats.org/drawingml/2006/main">
            <a:off x="542880" y="6477480"/>
            <a:ext cx="801360" cy="213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80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E1942660-B091-44AA-BA7F-1902769C057A}"/>
              </a:ext>
            </a:extLst>
          </p:cNvPr>
          <p:cNvSpPr>
            <a:spLocks xmlns:a="http://schemas.openxmlformats.org/drawingml/2006/main" noGrp="1"/>
          </p:cNvSpPr>
          <p:nvPr>
            <p:ph type="dt" idx="106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&lt;date/time&gt;</a:t>
            </a:r>
          </a:p>
        </p:txBody>
      </p:sp>
      <p:sp>
        <p:nvSpPr>
          <p:cNvPr id="481" name="PlaceHolder 9">
            <a:extLst xmlns:a="http://schemas.openxmlformats.org/drawingml/2006/main">
              <a:ext uri="{FF2B5EF4-FFF2-40B4-BE49-F238E27FC236}">
                <a16:creationId xmlns:a16="http://schemas.microsoft.com/office/drawing/2014/main" id="{E5892A7F-19EB-4004-AA87-E3F2A9ED20BE}"/>
              </a:ext>
            </a:extLst>
          </p:cNvPr>
          <p:cNvSpPr>
            <a:spLocks xmlns:a="http://schemas.openxmlformats.org/drawingml/2006/main" noGrp="1"/>
          </p:cNvSpPr>
          <p:nvPr>
            <p:ph type="ftr" idx="107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482" name="PlaceHolder 10">
            <a:extLst xmlns:a="http://schemas.openxmlformats.org/drawingml/2006/main">
              <a:ext uri="{FF2B5EF4-FFF2-40B4-BE49-F238E27FC236}">
                <a16:creationId xmlns:a16="http://schemas.microsoft.com/office/drawing/2014/main" id="{19F34FB3-A88E-4908-9047-7D1C336B6D23}"/>
              </a:ext>
            </a:extLst>
          </p:cNvPr>
          <p:cNvSpPr>
            <a:spLocks xmlns:a="http://schemas.openxmlformats.org/drawingml/2006/main" noGrp="1"/>
          </p:cNvSpPr>
          <p:nvPr>
            <p:ph type="sldNum" idx="108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14D26D2C-2B7C-4B20-B315-A42F1CC78B77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773f7a6f6d4d54" /><Relationship Type="http://schemas.openxmlformats.org/officeDocument/2006/relationships/slideLayout" Target="/ppt/slideLayouts/slideLayout1.xml" Id="R7f78b865dacb4cf4" /><Relationship Type="http://schemas.openxmlformats.org/officeDocument/2006/relationships/slideLayout" Target="/ppt/slideLayouts/slideLayout2.xml" Id="Raba19c7f44a1488c" /><Relationship Type="http://schemas.openxmlformats.org/officeDocument/2006/relationships/slideLayout" Target="/ppt/slideLayouts/slideLayout3.xml" Id="R37f490d56fbf43a1" /><Relationship Type="http://schemas.openxmlformats.org/officeDocument/2006/relationships/slideLayout" Target="/ppt/slideLayouts/slideLayout4.xml" Id="R6b345a5a9fa24e19" /><Relationship Type="http://schemas.openxmlformats.org/officeDocument/2006/relationships/slideLayout" Target="/ppt/slideLayouts/slideLayout5.xml" Id="Rd5994819bfa34d40" /><Relationship Type="http://schemas.openxmlformats.org/officeDocument/2006/relationships/slideLayout" Target="/ppt/slideLayouts/slideLayout6.xml" Id="Rf89bf1112cca4ba7" /><Relationship Type="http://schemas.openxmlformats.org/officeDocument/2006/relationships/slideLayout" Target="/ppt/slideLayouts/slideLayout7.xml" Id="R5abc0159cb8842dc" /><Relationship Type="http://schemas.openxmlformats.org/officeDocument/2006/relationships/slideLayout" Target="/ppt/slideLayouts/slideLayout8.xml" Id="R4d63a5b72ba7485a" /><Relationship Type="http://schemas.openxmlformats.org/officeDocument/2006/relationships/slideLayout" Target="/ppt/slideLayouts/slideLayout9.xml" Id="Re6477c1b0a0c44fe" /><Relationship Type="http://schemas.openxmlformats.org/officeDocument/2006/relationships/slideLayout" Target="/ppt/slideLayouts/slideLayout10.xml" Id="R7f29ff1749ab4946" /><Relationship Type="http://schemas.openxmlformats.org/officeDocument/2006/relationships/slideLayout" Target="/ppt/slideLayouts/slideLayout11.xml" Id="R9df37cdd547548c9" /><Relationship Type="http://schemas.openxmlformats.org/officeDocument/2006/relationships/slideLayout" Target="/ppt/slideLayouts/slideLayout12.xml" Id="R267d0c0943884267" /><Relationship Type="http://schemas.openxmlformats.org/officeDocument/2006/relationships/slideLayout" Target="/ppt/slideLayouts/slideLayout13.xml" Id="R37df080617e64d8b" /><Relationship Type="http://schemas.openxmlformats.org/officeDocument/2006/relationships/slideLayout" Target="/ppt/slideLayouts/slideLayout14.xml" Id="Rcba4e457bd164eba" /><Relationship Type="http://schemas.openxmlformats.org/officeDocument/2006/relationships/slideLayout" Target="/ppt/slideLayouts/slideLayout15.xml" Id="R7f375083e93246c0" /><Relationship Type="http://schemas.openxmlformats.org/officeDocument/2006/relationships/slideLayout" Target="/ppt/slideLayouts/slideLayout16.xml" Id="Re6e82b2de2a841cc" /><Relationship Type="http://schemas.openxmlformats.org/officeDocument/2006/relationships/slideLayout" Target="/ppt/slideLayouts/slideLayout17.xml" Id="R012c7f68266940b1" /><Relationship Type="http://schemas.openxmlformats.org/officeDocument/2006/relationships/slideLayout" Target="/ppt/slideLayouts/slideLayout18.xml" Id="R1799f949b243403f" /><Relationship Type="http://schemas.openxmlformats.org/officeDocument/2006/relationships/slideLayout" Target="/ppt/slideLayouts/slideLayout19.xml" Id="R1a177329219d46e1" /><Relationship Type="http://schemas.openxmlformats.org/officeDocument/2006/relationships/slideLayout" Target="/ppt/slideLayouts/slideLayout20.xml" Id="R404ee1c960444b11" /><Relationship Type="http://schemas.openxmlformats.org/officeDocument/2006/relationships/slideLayout" Target="/ppt/slideLayouts/slideLayout21.xml" Id="R22ccbf220df848c2" /><Relationship Type="http://schemas.openxmlformats.org/officeDocument/2006/relationships/slideLayout" Target="/ppt/slideLayouts/slideLayout22.xml" Id="R42d27cdf88254b3f" /><Relationship Type="http://schemas.openxmlformats.org/officeDocument/2006/relationships/slideLayout" Target="/ppt/slideLayouts/slideLayout23.xml" Id="R7e9c470271954a5b" /><Relationship Type="http://schemas.openxmlformats.org/officeDocument/2006/relationships/slideLayout" Target="/ppt/slideLayouts/slideLayout24.xml" Id="R551ff006bed741fc" /><Relationship Type="http://schemas.openxmlformats.org/officeDocument/2006/relationships/slideLayout" Target="/ppt/slideLayouts/slideLayout25.xml" Id="R3c1505f2bc1a47cc" /><Relationship Type="http://schemas.openxmlformats.org/officeDocument/2006/relationships/slideLayout" Target="/ppt/slideLayouts/slideLayout26.xml" Id="R5d6288c4450848a4" /><Relationship Type="http://schemas.openxmlformats.org/officeDocument/2006/relationships/slideLayout" Target="/ppt/slideLayouts/slideLayout27.xml" Id="R3464db21dff040d8" /><Relationship Type="http://schemas.openxmlformats.org/officeDocument/2006/relationships/slideLayout" Target="/ppt/slideLayouts/slideLayout28.xml" Id="R9af20ba1eb734c3d" /><Relationship Type="http://schemas.openxmlformats.org/officeDocument/2006/relationships/slideLayout" Target="/ppt/slideLayouts/slideLayout29.xml" Id="Rde6b9cb17fe74119" /><Relationship Type="http://schemas.openxmlformats.org/officeDocument/2006/relationships/slideLayout" Target="/ppt/slideLayouts/slideLayout30.xml" Id="R5e8b886a400340e8" /><Relationship Type="http://schemas.openxmlformats.org/officeDocument/2006/relationships/slideLayout" Target="/ppt/slideLayouts/slideLayout31.xml" Id="Rd03d950aaae44c35" /><Relationship Type="http://schemas.openxmlformats.org/officeDocument/2006/relationships/slideLayout" Target="/ppt/slideLayouts/slideLayout32.xml" Id="R2e03ca48cf6145b2" /><Relationship Type="http://schemas.openxmlformats.org/officeDocument/2006/relationships/slideLayout" Target="/ppt/slideLayouts/slideLayout33.xml" Id="Rd23fdc2ddd674975" /><Relationship Type="http://schemas.openxmlformats.org/officeDocument/2006/relationships/slideLayout" Target="/ppt/slideLayouts/slideLayout34.xml" Id="R190a4b12e39d4a11" /><Relationship Type="http://schemas.openxmlformats.org/officeDocument/2006/relationships/slideLayout" Target="/ppt/slideLayouts/slideLayout35.xml" Id="R640c2a794f1b4279" /><Relationship Type="http://schemas.openxmlformats.org/officeDocument/2006/relationships/slideLayout" Target="/ppt/slideLayouts/slideLayout36.xml" Id="R45361d6deecc4500" /><Relationship Type="http://schemas.openxmlformats.org/officeDocument/2006/relationships/slideLayout" Target="/ppt/slideLayouts/slideLayout37.xml" Id="R442ae54365dc40aa" /><Relationship Type="http://schemas.openxmlformats.org/officeDocument/2006/relationships/slideLayout" Target="/ppt/slideLayouts/slideLayout38.xml" Id="R60c3bdac6f7d4d7f" /><Relationship Type="http://schemas.openxmlformats.org/officeDocument/2006/relationships/slideLayout" Target="/ppt/slideLayouts/slideLayout39.xml" Id="Ra558a7cd796c4898" /><Relationship Type="http://schemas.openxmlformats.org/officeDocument/2006/relationships/slideLayout" Target="/ppt/slideLayouts/slideLayout40.xml" Id="R3afa337ac8464619" /><Relationship Type="http://schemas.openxmlformats.org/officeDocument/2006/relationships/slideLayout" Target="/ppt/slideLayouts/slideLayout41.xml" Id="Rdca0e147705849ce" /><Relationship Type="http://schemas.openxmlformats.org/officeDocument/2006/relationships/slideLayout" Target="/ppt/slideLayouts/slideLayout42.xml" Id="Rebc6b70db46f4b2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78b865dacb4cf4"/>
    <p:sldLayoutId xmlns:r="http://schemas.openxmlformats.org/officeDocument/2006/relationships" id="2147483650" r:id="Raba19c7f44a1488c"/>
    <p:sldLayoutId xmlns:r="http://schemas.openxmlformats.org/officeDocument/2006/relationships" id="2147483651" r:id="R37f490d56fbf43a1"/>
    <p:sldLayoutId xmlns:r="http://schemas.openxmlformats.org/officeDocument/2006/relationships" id="2147483652" r:id="R6b345a5a9fa24e19"/>
    <p:sldLayoutId xmlns:r="http://schemas.openxmlformats.org/officeDocument/2006/relationships" id="2147483653" r:id="Rd5994819bfa34d40"/>
    <p:sldLayoutId xmlns:r="http://schemas.openxmlformats.org/officeDocument/2006/relationships" id="2147483654" r:id="Rf89bf1112cca4ba7"/>
    <p:sldLayoutId xmlns:r="http://schemas.openxmlformats.org/officeDocument/2006/relationships" id="2147483655" r:id="R5abc0159cb8842dc"/>
    <p:sldLayoutId xmlns:r="http://schemas.openxmlformats.org/officeDocument/2006/relationships" id="2147483656" r:id="R4d63a5b72ba7485a"/>
    <p:sldLayoutId xmlns:r="http://schemas.openxmlformats.org/officeDocument/2006/relationships" id="2147483657" r:id="Re6477c1b0a0c44fe"/>
    <p:sldLayoutId xmlns:r="http://schemas.openxmlformats.org/officeDocument/2006/relationships" id="2147483658" r:id="R7f29ff1749ab4946"/>
    <p:sldLayoutId xmlns:r="http://schemas.openxmlformats.org/officeDocument/2006/relationships" id="2147483659" r:id="R9df37cdd547548c9"/>
    <p:sldLayoutId xmlns:r="http://schemas.openxmlformats.org/officeDocument/2006/relationships" id="2147483660" r:id="R267d0c0943884267"/>
    <p:sldLayoutId xmlns:r="http://schemas.openxmlformats.org/officeDocument/2006/relationships" id="2147483661" r:id="R37df080617e64d8b"/>
    <p:sldLayoutId xmlns:r="http://schemas.openxmlformats.org/officeDocument/2006/relationships" id="2147483662" r:id="Rcba4e457bd164eba"/>
    <p:sldLayoutId xmlns:r="http://schemas.openxmlformats.org/officeDocument/2006/relationships" id="2147483663" r:id="R7f375083e93246c0"/>
    <p:sldLayoutId xmlns:r="http://schemas.openxmlformats.org/officeDocument/2006/relationships" id="2147483664" r:id="Re6e82b2de2a841cc"/>
    <p:sldLayoutId xmlns:r="http://schemas.openxmlformats.org/officeDocument/2006/relationships" id="2147483665" r:id="R012c7f68266940b1"/>
    <p:sldLayoutId xmlns:r="http://schemas.openxmlformats.org/officeDocument/2006/relationships" id="2147483666" r:id="R1799f949b243403f"/>
    <p:sldLayoutId xmlns:r="http://schemas.openxmlformats.org/officeDocument/2006/relationships" id="2147483667" r:id="R1a177329219d46e1"/>
    <p:sldLayoutId xmlns:r="http://schemas.openxmlformats.org/officeDocument/2006/relationships" id="2147483668" r:id="R404ee1c960444b11"/>
    <p:sldLayoutId xmlns:r="http://schemas.openxmlformats.org/officeDocument/2006/relationships" id="2147483669" r:id="R22ccbf220df848c2"/>
    <p:sldLayoutId xmlns:r="http://schemas.openxmlformats.org/officeDocument/2006/relationships" id="2147483670" r:id="R42d27cdf88254b3f"/>
    <p:sldLayoutId xmlns:r="http://schemas.openxmlformats.org/officeDocument/2006/relationships" id="2147483671" r:id="R7e9c470271954a5b"/>
    <p:sldLayoutId xmlns:r="http://schemas.openxmlformats.org/officeDocument/2006/relationships" id="2147483672" r:id="R551ff006bed741fc"/>
    <p:sldLayoutId xmlns:r="http://schemas.openxmlformats.org/officeDocument/2006/relationships" id="2147483673" r:id="R3c1505f2bc1a47cc"/>
    <p:sldLayoutId xmlns:r="http://schemas.openxmlformats.org/officeDocument/2006/relationships" id="2147483674" r:id="R5d6288c4450848a4"/>
    <p:sldLayoutId xmlns:r="http://schemas.openxmlformats.org/officeDocument/2006/relationships" id="2147483675" r:id="R3464db21dff040d8"/>
    <p:sldLayoutId xmlns:r="http://schemas.openxmlformats.org/officeDocument/2006/relationships" id="2147483676" r:id="R9af20ba1eb734c3d"/>
    <p:sldLayoutId xmlns:r="http://schemas.openxmlformats.org/officeDocument/2006/relationships" id="2147483677" r:id="Rde6b9cb17fe74119"/>
    <p:sldLayoutId xmlns:r="http://schemas.openxmlformats.org/officeDocument/2006/relationships" id="2147483678" r:id="R5e8b886a400340e8"/>
    <p:sldLayoutId xmlns:r="http://schemas.openxmlformats.org/officeDocument/2006/relationships" id="2147483679" r:id="Rd03d950aaae44c35"/>
    <p:sldLayoutId xmlns:r="http://schemas.openxmlformats.org/officeDocument/2006/relationships" id="2147483680" r:id="R2e03ca48cf6145b2"/>
    <p:sldLayoutId xmlns:r="http://schemas.openxmlformats.org/officeDocument/2006/relationships" id="2147483681" r:id="Rd23fdc2ddd674975"/>
    <p:sldLayoutId xmlns:r="http://schemas.openxmlformats.org/officeDocument/2006/relationships" id="2147483682" r:id="R190a4b12e39d4a11"/>
    <p:sldLayoutId xmlns:r="http://schemas.openxmlformats.org/officeDocument/2006/relationships" id="2147483683" r:id="R640c2a794f1b4279"/>
    <p:sldLayoutId xmlns:r="http://schemas.openxmlformats.org/officeDocument/2006/relationships" id="2147483684" r:id="R45361d6deecc4500"/>
    <p:sldLayoutId xmlns:r="http://schemas.openxmlformats.org/officeDocument/2006/relationships" id="2147483685" r:id="R442ae54365dc40aa"/>
    <p:sldLayoutId xmlns:r="http://schemas.openxmlformats.org/officeDocument/2006/relationships" id="2147483686" r:id="R60c3bdac6f7d4d7f"/>
    <p:sldLayoutId xmlns:r="http://schemas.openxmlformats.org/officeDocument/2006/relationships" id="2147483687" r:id="Ra558a7cd796c4898"/>
    <p:sldLayoutId xmlns:r="http://schemas.openxmlformats.org/officeDocument/2006/relationships" id="2147483688" r:id="R3afa337ac8464619"/>
    <p:sldLayoutId xmlns:r="http://schemas.openxmlformats.org/officeDocument/2006/relationships" id="2147483689" r:id="Rdca0e147705849ce"/>
    <p:sldLayoutId xmlns:r="http://schemas.openxmlformats.org/officeDocument/2006/relationships" id="2147483690" r:id="Rebc6b70db46f4b2d"/>
  </p:sldLayoutIdLst>
</p:sldMaster>
</file>

<file path=ppt/slideMasters/theme/theme2.xml><?xml version="1.0" encoding="utf-8"?>
<a:theme xmlns:a="http://schemas.openxmlformats.org/drawingml/2006/main" name="gemantik">
  <a:themeElements>
    <a:clrScheme name="Benutzerdefiniert 5">
      <a:dk1>
        <a:srgbClr val="000E51"/>
      </a:dk1>
      <a:lt1>
        <a:srgbClr val="FFFFFF"/>
      </a:lt1>
      <a:dk2>
        <a:srgbClr val="8DA5C4"/>
      </a:dk2>
      <a:lt2>
        <a:srgbClr val="00766E"/>
      </a:lt2>
      <a:accent1>
        <a:srgbClr val="000E52"/>
      </a:accent1>
      <a:accent2>
        <a:srgbClr val="00FF64"/>
      </a:accent2>
      <a:accent3>
        <a:srgbClr val="4AFFFF"/>
      </a:accent3>
      <a:accent4>
        <a:srgbClr val="FF1B7C"/>
      </a:accent4>
      <a:accent5>
        <a:srgbClr val="EFEC00"/>
      </a:accent5>
      <a:accent6>
        <a:srgbClr val="42659F"/>
      </a:accent6>
      <a:hlink>
        <a:srgbClr val="000000"/>
      </a:hlink>
      <a:folHlink>
        <a:srgbClr val="000000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Benutzerdefiniert 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7b4542d26f482f" /><Relationship Type="http://schemas.openxmlformats.org/officeDocument/2006/relationships/image" Target="/ppt/media/image2.png" Id="R38ca8e0ac6694783" /><Relationship Type="http://schemas.openxmlformats.org/officeDocument/2006/relationships/image" Target="/ppt/media/image3.png" Id="Rfe1b7bc72eba4401" /><Relationship Type="http://schemas.openxmlformats.org/officeDocument/2006/relationships/notesSlide" Target="/ppt/notesSlides/notesSlide1.xml" Id="R689c2b9fdbc142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5df408804b4e0c" /><Relationship Type="http://schemas.openxmlformats.org/officeDocument/2006/relationships/image" Target="/ppt/media/image4.png" Id="R4b9e5b47346245fc" /><Relationship Type="http://schemas.openxmlformats.org/officeDocument/2006/relationships/notesSlide" Target="/ppt/notesSlides/notesSlide2.xml" Id="R32cbb6afcf4240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9.xml" Id="Rbf251b44fd1b484f" /><Relationship Type="http://schemas.openxmlformats.org/officeDocument/2006/relationships/image" Target="/ppt/media/image5.png" Id="R5bb3e296b3744ab6" /><Relationship Type="http://schemas.openxmlformats.org/officeDocument/2006/relationships/notesSlide" Target="/ppt/notesSlides/notesSlide3.xml" Id="R7ec4dec2b7f04b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9.xml" Id="R3c18aec8399d4dfd" /><Relationship Type="http://schemas.openxmlformats.org/officeDocument/2006/relationships/image" Target="/ppt/media/image6.png" Id="Rdf0f274fd8e64c75" /><Relationship Type="http://schemas.openxmlformats.org/officeDocument/2006/relationships/notesSlide" Target="/ppt/notesSlides/notesSlide4.xml" Id="Rd159747b3afd47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9.xml" Id="R8810c2f01c95433c" /><Relationship Type="http://schemas.openxmlformats.org/officeDocument/2006/relationships/image" Target="/ppt/media/image7.png" Id="R7b6d1483e3f9435a" /><Relationship Type="http://schemas.openxmlformats.org/officeDocument/2006/relationships/image" Target="/ppt/media/image8.png" Id="R07d2cba58c854287" /><Relationship Type="http://schemas.openxmlformats.org/officeDocument/2006/relationships/notesSlide" Target="/ppt/notesSlides/notesSlide5.xml" Id="R5674fb2723944e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0.xml" Id="R00edd7ab1bfe40d6" /><Relationship Type="http://schemas.openxmlformats.org/officeDocument/2006/relationships/image" Target="/ppt/media/image9.png" Id="R86456d2d1ef34d77" /><Relationship Type="http://schemas.openxmlformats.org/officeDocument/2006/relationships/image" Target="/ppt/media/image10.png" Id="R027022662e0b4aad" /><Relationship Type="http://schemas.openxmlformats.org/officeDocument/2006/relationships/image" Target="/ppt/media/image11.png" Id="Rd75f7f4620ee4c03" /><Relationship Type="http://schemas.openxmlformats.org/officeDocument/2006/relationships/notesSlide" Target="/ppt/notesSlides/notesSlide6.xml" Id="Rfb8e6e0927194c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9.xml" Id="R977ceac2967540c9" /><Relationship Type="http://schemas.openxmlformats.org/officeDocument/2006/relationships/image" Target="/ppt/media/image9.png" Id="R8c8da9e279464200" /><Relationship Type="http://schemas.openxmlformats.org/officeDocument/2006/relationships/image" Target="/ppt/media/image10.png" Id="R9e3035165e4b4a7b" /><Relationship Type="http://schemas.openxmlformats.org/officeDocument/2006/relationships/image" Target="/ppt/media/image11.png" Id="R77e7234db3b84036" /><Relationship Type="http://schemas.openxmlformats.org/officeDocument/2006/relationships/notesSlide" Target="/ppt/notesSlides/notesSlide7.xml" Id="R4bf02691c7824e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9.xml" Id="R4fadcd51950a4b26" /><Relationship Type="http://schemas.openxmlformats.org/officeDocument/2006/relationships/image" Target="/ppt/media/image5.png" Id="R2af1578c567342fa" /><Relationship Type="http://schemas.openxmlformats.org/officeDocument/2006/relationships/notesSlide" Target="/ppt/notesSlides/notesSlide8.xml" Id="R0716818ab7b64e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9.xml" Id="R35f55b9c317140b8" /><Relationship Type="http://schemas.openxmlformats.org/officeDocument/2006/relationships/image" Target="/ppt/media/image12.png" Id="R2899a94f817c4e8d" /><Relationship Type="http://schemas.openxmlformats.org/officeDocument/2006/relationships/notesSlide" Target="/ppt/notesSlides/notesSlide9.xml" Id="R3957ec603b994d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9.xml" Id="Rac249825546a4ad8" /><Relationship Type="http://schemas.openxmlformats.org/officeDocument/2006/relationships/image" Target="/ppt/media/image13.png" Id="R1bf98c7c759c4d73" /><Relationship Type="http://schemas.openxmlformats.org/officeDocument/2006/relationships/notesSlide" Target="/ppt/notesSlides/notesSlide10.xml" Id="R3b855253290a451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7" name="Grafik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a8e0ac6694783"/>
          <a:srcRect xmlns:a="http://schemas.openxmlformats.org/drawingml/2006/main" l="0" t="20870" r="0" b="118"/>
          <a:stretch xmlns:a="http://schemas.openxmlformats.org/drawingml/2006/main"/>
        </p:blipFill>
        <p:spPr>
          <a:xfrm xmlns:a="http://schemas.openxmlformats.org/drawingml/2006/main">
            <a:off x="0" y="1439280"/>
            <a:ext cx="12191760" cy="54183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90" name="Rechteck 6">
            <a:extLst xmlns:a="http://schemas.openxmlformats.org/drawingml/2006/main">
              <a:ext uri="{FF2B5EF4-FFF2-40B4-BE49-F238E27FC236}">
                <a16:creationId xmlns:a16="http://schemas.microsoft.com/office/drawing/2014/main" id="{D7942014-FFB1-43F7-9DB2-7A3BF4CE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480" y="2373840"/>
            <a:ext cx="2279520" cy="214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5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99" name="Grafik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b7bc72eba4401"/>
          <a:stretch xmlns:a="http://schemas.openxmlformats.org/drawingml/2006/main"/>
        </p:blipFill>
        <p:spPr>
          <a:xfrm xmlns:a="http://schemas.openxmlformats.org/drawingml/2006/main">
            <a:off x="2580480" y="2517840"/>
            <a:ext cx="1997640" cy="1997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9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4C27350-7797-4011-9DEC-DC5C8D03C17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634360" y="2948040"/>
            <a:ext cx="6293880" cy="183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accent2"/>
                </a:solidFill>
                <a:latin typeface="Verdana"/>
                <a:ea typeface="Verdana"/>
                <a:cs typeface="Verdana"/>
              </a:rPr>
              <a:t>Versorgungskompass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accent2"/>
                </a:solidFill>
                <a:latin typeface="Verdana"/>
                <a:ea typeface="Verdana"/>
                <a:cs typeface="Verdana"/>
              </a:rPr>
              <a:t>Datenschutz und</a:t>
            </a:r>
          </a:p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accent2"/>
                </a:solidFill>
                <a:latin typeface="Verdana"/>
                <a:ea typeface="Verdana"/>
                <a:cs typeface="Verdana"/>
              </a:rPr>
              <a:t>Produktivpilot</a:t>
            </a:r>
          </a:p>
        </p:txBody>
      </p:sp>
      <p:sp>
        <p:nvSpPr>
          <p:cNvPr id="493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8C5713A-A161-4AFF-ACDD-B860063B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60" y="-144360"/>
            <a:ext cx="3045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9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8EAD0DCE-573F-422E-8791-13768B9F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40" y="7920"/>
            <a:ext cx="3045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759149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5" name="Abgerundetes Rechteck 7">
            <a:extLst xmlns:a="http://schemas.openxmlformats.org/drawingml/2006/main">
              <a:ext uri="{FF2B5EF4-FFF2-40B4-BE49-F238E27FC236}">
                <a16:creationId xmlns:a16="http://schemas.microsoft.com/office/drawing/2014/main" id="{CE29E267-4881-4F8C-8242-3DA77D1C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520" y="2245680"/>
            <a:ext cx="10134720" cy="3314520"/>
          </a:xfrm>
          <a:prstGeom xmlns:a="http://schemas.openxmlformats.org/drawingml/2006/main" prst="roundRect">
            <a:avLst>
              <a:gd name="adj" fmla="val 1283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5080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360000" tIns="90000" rIns="360000" bIns="3600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3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Echte Daten. Klar geregelt.</a:t>
            </a:r>
          </a:p>
        </p:txBody>
      </p:sp>
      <p:pic>
        <p:nvPicPr>
          <p:cNvPr id="501" name="Grafik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e5b47346245fc"/>
          <a:stretch xmlns:a="http://schemas.openxmlformats.org/drawingml/2006/main"/>
        </p:blipFill>
        <p:spPr>
          <a:xfrm xmlns:a="http://schemas.openxmlformats.org/drawingml/2006/main">
            <a:off x="4881600" y="601560"/>
            <a:ext cx="2428560" cy="24285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9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391DC73-B363-47F7-816C-471A1B1C72E5}"/>
              </a:ext>
            </a:extLst>
          </p:cNvPr>
          <p:cNvSpPr>
            <a:spLocks xmlns:a="http://schemas.openxmlformats.org/drawingml/2006/main" noGrp="1"/>
          </p:cNvSpPr>
          <p:nvPr>
            <p:ph type="dt" idx="112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fld id="{618BE2AF-E149-49E6-B286-EA3971697D6D}" type="datetime1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01.08.2026</a:t>
            </a:fld>
          </a:p>
        </p:txBody>
      </p:sp>
      <p:sp>
        <p:nvSpPr>
          <p:cNvPr id="49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21F461D-D7A7-400E-A241-415D9B3B6D50}"/>
              </a:ext>
            </a:extLst>
          </p:cNvPr>
          <p:cNvSpPr>
            <a:spLocks xmlns:a="http://schemas.openxmlformats.org/drawingml/2006/main" noGrp="1"/>
          </p:cNvSpPr>
          <p:nvPr>
            <p:ph type="ftr" idx="113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spcAft>
                <a:spcPts val="601"/>
              </a:spcAft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spcAft>
                <a:spcPts val="601"/>
              </a:spcAft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Versorgungskompass · Datenschutz und Management</a:t>
            </a:r>
          </a:p>
        </p:txBody>
      </p:sp>
    </p:spTree>
    <p:extLst>
      <p:ext uri="{BB962C8B-B14F-4D97-AF65-F5344CB8AC3E}">
        <p14:creationId xmlns:p14="http://schemas.microsoft.com/office/powerpoint/2010/main" val="9883600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F5EA9C6-0082-4F3A-86D4-E700B9A4A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7152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Was Teams mit #Mitmachen erreichen wollen</a:t>
            </a:r>
          </a:p>
        </p:txBody>
      </p:sp>
      <p:sp>
        <p:nvSpPr>
          <p:cNvPr id="50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3D33C8A-3019-42E6-864A-03D5047BBB8C}"/>
              </a:ext>
            </a:extLst>
          </p:cNvPr>
          <p:cNvSpPr>
            <a:spLocks xmlns:a="http://schemas.openxmlformats.org/drawingml/2006/main" noGrp="1"/>
          </p:cNvSpPr>
          <p:nvPr>
            <p:ph type="ftr" idx="114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spcAft>
                <a:spcPts val="601"/>
              </a:spcAft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spcAft>
                <a:spcPts val="601"/>
              </a:spcAft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Versorgungskompass · Datenschutz und Management</a:t>
            </a:r>
          </a:p>
        </p:txBody>
      </p:sp>
      <p:sp>
        <p:nvSpPr>
          <p:cNvPr id="501" name="Abgerundetes Rechteck 8">
            <a:extLst xmlns:a="http://schemas.openxmlformats.org/drawingml/2006/main">
              <a:ext uri="{FF2B5EF4-FFF2-40B4-BE49-F238E27FC236}">
                <a16:creationId xmlns:a16="http://schemas.microsoft.com/office/drawing/2014/main" id="{0F759CB8-4D48-46AB-A2F6-98FD08B1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360" y="1106640"/>
            <a:ext cx="3540960" cy="1711800"/>
          </a:xfrm>
          <a:prstGeom xmlns:a="http://schemas.openxmlformats.org/drawingml/2006/main" prst="roundRect">
            <a:avLst>
              <a:gd name="adj" fmla="val 14683"/>
            </a:avLst>
          </a:prstGeom>
          <a:solidFill xmlns:a="http://schemas.openxmlformats.org/drawingml/2006/main">
            <a:srgbClr val="99D7C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PASSENDE KONTAKTE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Apotheken für einen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Medikationsworkshop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identifizieren</a:t>
            </a:r>
          </a:p>
        </p:txBody>
      </p:sp>
      <p:sp>
        <p:nvSpPr>
          <p:cNvPr id="502" name="Abgerundetes Rechteck 14">
            <a:extLst xmlns:a="http://schemas.openxmlformats.org/drawingml/2006/main">
              <a:ext uri="{FF2B5EF4-FFF2-40B4-BE49-F238E27FC236}">
                <a16:creationId xmlns:a16="http://schemas.microsoft.com/office/drawing/2014/main" id="{E2661241-7C87-4711-9FB8-B62E9E1A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480" y="4446000"/>
            <a:ext cx="3237840" cy="2154600"/>
          </a:xfrm>
          <a:prstGeom xmlns:a="http://schemas.openxmlformats.org/drawingml/2006/main" prst="roundRect">
            <a:avLst>
              <a:gd name="adj" fmla="val 14683"/>
            </a:avLst>
          </a:prstGeom>
          <a:solidFill xmlns:a="http://schemas.openxmlformats.org/drawingml/2006/main">
            <a:srgbClr val="99D7C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FORMATE IM TEAM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Hospitationen und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Einladungen gemeinsam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koordinieren</a:t>
            </a:r>
          </a:p>
        </p:txBody>
      </p:sp>
      <p:sp>
        <p:nvSpPr>
          <p:cNvPr id="503" name="Abgerundetes Rechteck 15">
            <a:extLst xmlns:a="http://schemas.openxmlformats.org/drawingml/2006/main">
              <a:ext uri="{FF2B5EF4-FFF2-40B4-BE49-F238E27FC236}">
                <a16:creationId xmlns:a16="http://schemas.microsoft.com/office/drawing/2014/main" id="{09EF924F-9CEB-43AE-BE22-7CDFC9C3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480" y="2908800"/>
            <a:ext cx="3237840" cy="1447200"/>
          </a:xfrm>
          <a:prstGeom xmlns:a="http://schemas.openxmlformats.org/drawingml/2006/main" prst="roundRect">
            <a:avLst>
              <a:gd name="adj" fmla="val 14683"/>
            </a:avLst>
          </a:prstGeom>
          <a:solidFill xmlns:a="http://schemas.openxmlformats.org/drawingml/2006/main">
            <a:srgbClr val="99D7C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KLINIK-FEEDBACK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Krankenhäuser zum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Entlassmanagement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gezielt einbeziehen</a:t>
            </a:r>
          </a:p>
        </p:txBody>
      </p:sp>
      <p:pic>
        <p:nvPicPr>
          <p:cNvPr id="510" name="Grafik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3e296b3744ab6"/>
          <a:stretch xmlns:a="http://schemas.openxmlformats.org/drawingml/2006/main"/>
        </p:blipFill>
        <p:spPr>
          <a:xfrm xmlns:a="http://schemas.openxmlformats.org/drawingml/2006/main">
            <a:off x="228600" y="895680"/>
            <a:ext cx="6311520" cy="5594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B6127E7-364A-48F8-A569-82C566AA9FE0}"/>
              </a:ext>
            </a:extLst>
          </p:cNvPr>
          <p:cNvSpPr>
            <a:spLocks xmlns:a="http://schemas.openxmlformats.org/drawingml/2006/main" noGrp="1"/>
          </p:cNvSpPr>
          <p:nvPr>
            <p:ph type="sldNum" idx="9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F8424D-DEF8-4E22-A20D-74E49C2FAE12}" type="slidenum">
              <a:t>3</a:t>
            </a:fld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450A176-0378-4355-BCCA-47585DE980AC}"/>
              </a:ext>
            </a:extLst>
          </p:cNvPr>
          <p:cNvSpPr>
            <a:spLocks xmlns:a="http://schemas.openxmlformats.org/drawingml/2006/main" noGrp="1"/>
          </p:cNvSpPr>
          <p:nvPr>
            <p:ph type="dt" idx="9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65D390-1AAA-4A08-BE5C-BAE901E1725B}" type="datetime1">
              <a:t>01.08.2026</a:t>
            </a:fld>
          </a:p>
        </p:txBody>
      </p:sp>
    </p:spTree>
    <p:extLst>
      <p:ext uri="{BB962C8B-B14F-4D97-AF65-F5344CB8AC3E}">
        <p14:creationId xmlns:p14="http://schemas.microsoft.com/office/powerpoint/2010/main" val="3038513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16" name="Grafik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f274fd8e64c75"/>
          <a:stretch xmlns:a="http://schemas.openxmlformats.org/drawingml/2006/main"/>
        </p:blipFill>
        <p:spPr>
          <a:xfrm xmlns:a="http://schemas.openxmlformats.org/drawingml/2006/main">
            <a:off x="8884080" y="2984040"/>
            <a:ext cx="3161520" cy="37638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0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A38B420-FB8D-4B53-861A-769AE3D1EC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7152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Fachliche Anforderungen an #Mitmachen</a:t>
            </a:r>
          </a:p>
        </p:txBody>
      </p:sp>
      <p:sp>
        <p:nvSpPr>
          <p:cNvPr id="507" name="Oval 2">
            <a:extLst xmlns:a="http://schemas.openxmlformats.org/drawingml/2006/main">
              <a:ext uri="{FF2B5EF4-FFF2-40B4-BE49-F238E27FC236}">
                <a16:creationId xmlns:a16="http://schemas.microsoft.com/office/drawing/2014/main" id="{91C56A77-797C-4F60-839B-69E0A1BA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2599920"/>
            <a:ext cx="456480" cy="456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8" name="Oval 9">
            <a:extLst xmlns:a="http://schemas.openxmlformats.org/drawingml/2006/main">
              <a:ext uri="{FF2B5EF4-FFF2-40B4-BE49-F238E27FC236}">
                <a16:creationId xmlns:a16="http://schemas.microsoft.com/office/drawing/2014/main" id="{BC527CDA-892D-4AB8-98A4-495A533A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3344040"/>
            <a:ext cx="456480" cy="456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9" name="Oval 10">
            <a:extLst xmlns:a="http://schemas.openxmlformats.org/drawingml/2006/main">
              <a:ext uri="{FF2B5EF4-FFF2-40B4-BE49-F238E27FC236}">
                <a16:creationId xmlns:a16="http://schemas.microsoft.com/office/drawing/2014/main" id="{A45F84FD-F633-4271-A153-E2251430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4088520"/>
            <a:ext cx="456480" cy="456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10" name="Abgerundetes Rechteck 13">
            <a:extLst xmlns:a="http://schemas.openxmlformats.org/drawingml/2006/main">
              <a:ext uri="{FF2B5EF4-FFF2-40B4-BE49-F238E27FC236}">
                <a16:creationId xmlns:a16="http://schemas.microsoft.com/office/drawing/2014/main" id="{5B42CDAF-5126-4EEF-8282-B2367C6F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20" y="1694160"/>
            <a:ext cx="3237840" cy="1710000"/>
          </a:xfrm>
          <a:prstGeom xmlns:a="http://schemas.openxmlformats.org/drawingml/2006/main" prst="roundRect">
            <a:avLst>
              <a:gd name="adj" fmla="val 14683"/>
            </a:avLst>
          </a:prstGeom>
          <a:solidFill xmlns:a="http://schemas.openxmlformats.org/drawingml/2006/main">
            <a:srgbClr val="FCE6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KONTAKTE AUFBAUEN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Eigene Kontakte erfassen,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weitere finden und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Listen übernehmen</a:t>
            </a:r>
          </a:p>
        </p:txBody>
      </p:sp>
      <p:sp>
        <p:nvSpPr>
          <p:cNvPr id="511" name="Abgerundetes Rechteck 14">
            <a:extLst xmlns:a="http://schemas.openxmlformats.org/drawingml/2006/main">
              <a:ext uri="{FF2B5EF4-FFF2-40B4-BE49-F238E27FC236}">
                <a16:creationId xmlns:a16="http://schemas.microsoft.com/office/drawing/2014/main" id="{10DAFA75-D384-4038-B7D4-7BB274D1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8240" y="1694160"/>
            <a:ext cx="3237840" cy="1710000"/>
          </a:xfrm>
          <a:prstGeom xmlns:a="http://schemas.openxmlformats.org/drawingml/2006/main" prst="roundRect">
            <a:avLst>
              <a:gd name="adj" fmla="val 14683"/>
            </a:avLst>
          </a:prstGeom>
          <a:solidFill xmlns:a="http://schemas.openxmlformats.org/drawingml/2006/main">
            <a:srgbClr val="F8CDB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FORMATE STEUERN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Kontakte zuordnen,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einladen und Teilnahme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im Team verwalten</a:t>
            </a:r>
          </a:p>
        </p:txBody>
      </p:sp>
      <p:sp>
        <p:nvSpPr>
          <p:cNvPr id="512" name="Abgerundetes Rechteck 16">
            <a:extLst xmlns:a="http://schemas.openxmlformats.org/drawingml/2006/main">
              <a:ext uri="{FF2B5EF4-FFF2-40B4-BE49-F238E27FC236}">
                <a16:creationId xmlns:a16="http://schemas.microsoft.com/office/drawing/2014/main" id="{98262F42-78CA-462C-B96C-C96E9AD1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400" y="3755520"/>
            <a:ext cx="3237840" cy="1710000"/>
          </a:xfrm>
          <a:prstGeom xmlns:a="http://schemas.openxmlformats.org/drawingml/2006/main" prst="roundRect">
            <a:avLst>
              <a:gd name="adj" fmla="val 14683"/>
            </a:avLst>
          </a:prstGeom>
          <a:solidFill xmlns:a="http://schemas.openxmlformats.org/drawingml/2006/main">
            <a:srgbClr val="BBC9D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ZUSAMMENARBEITEN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Hospitationen, Feedback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und nächste Schritte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teamweit fortführen</a:t>
            </a:r>
          </a:p>
        </p:txBody>
      </p:sp>
      <p:sp>
        <p:nvSpPr>
          <p:cNvPr id="51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929EFA5-95E8-4F20-BCBF-A2E3F0B989D3}"/>
              </a:ext>
            </a:extLst>
          </p:cNvPr>
          <p:cNvSpPr>
            <a:spLocks xmlns:a="http://schemas.openxmlformats.org/drawingml/2006/main" noGrp="1"/>
          </p:cNvSpPr>
          <p:nvPr>
            <p:ph type="dt" idx="115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fld id="{A1AA8704-A4D1-4940-A140-F9A5949C304A}" type="datetime1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01.08.2026</a:t>
            </a:fld>
          </a:p>
        </p:txBody>
      </p:sp>
      <p:sp>
        <p:nvSpPr>
          <p:cNvPr id="51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1A8A7F0-73ED-4D9E-BF01-D711DC9D3154}"/>
              </a:ext>
            </a:extLst>
          </p:cNvPr>
          <p:cNvSpPr>
            <a:spLocks xmlns:a="http://schemas.openxmlformats.org/drawingml/2006/main" noGrp="1"/>
          </p:cNvSpPr>
          <p:nvPr>
            <p:ph type="ftr" idx="116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spcAft>
                <a:spcPts val="601"/>
              </a:spcAft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spcAft>
                <a:spcPts val="601"/>
              </a:spcAft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Versorgungskompass · Datenschutz und Management</a:t>
            </a:r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E8BC83C-2578-4469-8D55-4BBE033328BC}"/>
              </a:ext>
            </a:extLst>
          </p:cNvPr>
          <p:cNvSpPr>
            <a:spLocks xmlns:a="http://schemas.openxmlformats.org/drawingml/2006/main" noGrp="1"/>
          </p:cNvSpPr>
          <p:nvPr>
            <p:ph type="sldNum" idx="9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6A9019-225C-4098-AA96-415CAC3B80C2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18397021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197BEBE-9A2F-4B2A-BB98-95C839D73D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7152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Geregelte Datenhaltung senkt das reale Datenschutzrisiko</a:t>
            </a:r>
          </a:p>
        </p:txBody>
      </p:sp>
      <p:sp>
        <p:nvSpPr>
          <p:cNvPr id="51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5BF5482-7A6D-427E-B7A6-91077C054C3E}"/>
              </a:ext>
            </a:extLst>
          </p:cNvPr>
          <p:cNvSpPr>
            <a:spLocks xmlns:a="http://schemas.openxmlformats.org/drawingml/2006/main" noGrp="1"/>
          </p:cNvSpPr>
          <p:nvPr>
            <p:ph type="ftr" idx="117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spcAft>
                <a:spcPts val="601"/>
              </a:spcAft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spcAft>
                <a:spcPts val="601"/>
              </a:spcAft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Versorgungskompass · Datenschutz und Management</a:t>
            </a:r>
          </a:p>
        </p:txBody>
      </p:sp>
      <p:sp>
        <p:nvSpPr>
          <p:cNvPr id="517" name="Abgerundetes Rechteck 10">
            <a:extLst xmlns:a="http://schemas.openxmlformats.org/drawingml/2006/main">
              <a:ext uri="{FF2B5EF4-FFF2-40B4-BE49-F238E27FC236}">
                <a16:creationId xmlns:a16="http://schemas.microsoft.com/office/drawing/2014/main" id="{9DB25B9D-3A69-4AB7-B8E6-5055D103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0520" y="1744200"/>
            <a:ext cx="3237840" cy="1710000"/>
          </a:xfrm>
          <a:prstGeom xmlns:a="http://schemas.openxmlformats.org/drawingml/2006/main" prst="roundRect">
            <a:avLst>
              <a:gd name="adj" fmla="val 14683"/>
            </a:avLst>
          </a:prstGeom>
          <a:solidFill xmlns:a="http://schemas.openxmlformats.org/drawingml/2006/main">
            <a:srgbClr val="FCE6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0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Ein gemeinsamer Bestand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0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Weniger Dubletten und Schattenlisten</a:t>
            </a:r>
          </a:p>
        </p:txBody>
      </p:sp>
      <p:sp>
        <p:nvSpPr>
          <p:cNvPr id="518" name="Abgerundetes Rechteck 11">
            <a:extLst xmlns:a="http://schemas.openxmlformats.org/drawingml/2006/main">
              <a:ext uri="{FF2B5EF4-FFF2-40B4-BE49-F238E27FC236}">
                <a16:creationId xmlns:a16="http://schemas.microsoft.com/office/drawing/2014/main" id="{95FF5360-EF0E-4F53-A4BB-715818AE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8240" y="3755520"/>
            <a:ext cx="3237840" cy="1710000"/>
          </a:xfrm>
          <a:prstGeom xmlns:a="http://schemas.openxmlformats.org/drawingml/2006/main" prst="roundRect">
            <a:avLst>
              <a:gd name="adj" fmla="val 14683"/>
            </a:avLst>
          </a:prstGeom>
          <a:solidFill xmlns:a="http://schemas.openxmlformats.org/drawingml/2006/main">
            <a:srgbClr val="BBC9D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0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Steuerbarer Zugriff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0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Rollen, Widerruf und Löschung sind technisch durchsetzbar</a:t>
            </a:r>
          </a:p>
        </p:txBody>
      </p:sp>
      <p:sp>
        <p:nvSpPr>
          <p:cNvPr id="519" name="Abgerundetes Rechteck 12">
            <a:extLst xmlns:a="http://schemas.openxmlformats.org/drawingml/2006/main">
              <a:ext uri="{FF2B5EF4-FFF2-40B4-BE49-F238E27FC236}">
                <a16:creationId xmlns:a16="http://schemas.microsoft.com/office/drawing/2014/main" id="{962B940C-67B5-4B8C-92B8-0566C20F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20" y="3755520"/>
            <a:ext cx="3237840" cy="1710000"/>
          </a:xfrm>
          <a:prstGeom xmlns:a="http://schemas.openxmlformats.org/drawingml/2006/main" prst="roundRect">
            <a:avLst>
              <a:gd name="adj" fmla="val 14683"/>
            </a:avLst>
          </a:prstGeom>
          <a:solidFill xmlns:a="http://schemas.openxmlformats.org/drawingml/2006/main">
            <a:srgbClr val="99D7C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0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Ein transparenter Prozess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0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Quelle, Zweck, Zuständigkeit und Fristen bleiben nachvollziehbar</a:t>
            </a:r>
          </a:p>
        </p:txBody>
      </p:sp>
      <p:pic>
        <p:nvPicPr>
          <p:cNvPr id="527" name="Grafik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d1483e3f9435a"/>
          <a:stretch xmlns:a="http://schemas.openxmlformats.org/drawingml/2006/main"/>
        </p:blipFill>
        <p:spPr>
          <a:xfrm xmlns:a="http://schemas.openxmlformats.org/drawingml/2006/main" rot="21277800">
            <a:off x="8903520" y="4228920"/>
            <a:ext cx="3147120" cy="31471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528" name="Grafik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2cba58c854287"/>
          <a:stretch xmlns:a="http://schemas.openxmlformats.org/drawingml/2006/main"/>
        </p:blipFill>
        <p:spPr>
          <a:xfrm xmlns:a="http://schemas.openxmlformats.org/drawingml/2006/main" rot="21269400">
            <a:off x="9213840" y="2902320"/>
            <a:ext cx="3105720" cy="3105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BAEF0E5-6A7C-47F6-8FEC-BFE66A62F0C6}"/>
              </a:ext>
            </a:extLst>
          </p:cNvPr>
          <p:cNvSpPr>
            <a:spLocks xmlns:a="http://schemas.openxmlformats.org/drawingml/2006/main" noGrp="1"/>
          </p:cNvSpPr>
          <p:nvPr>
            <p:ph type="sldNum" idx="9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E87C18A-6D48-4152-B818-F034EF79B3D8}" type="slidenum">
              <a:t>5</a:t>
            </a:fld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2B82B784-45C4-43F8-AB78-59111A49AE4E}"/>
              </a:ext>
            </a:extLst>
          </p:cNvPr>
          <p:cNvSpPr>
            <a:spLocks xmlns:a="http://schemas.openxmlformats.org/drawingml/2006/main" noGrp="1"/>
          </p:cNvSpPr>
          <p:nvPr>
            <p:ph type="dt" idx="9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EA407C-BB18-45D2-80CD-023ABF69F96D}" type="datetime1">
              <a:t>01.08.2026</a:t>
            </a:fld>
          </a:p>
        </p:txBody>
      </p:sp>
    </p:spTree>
    <p:extLst>
      <p:ext uri="{BB962C8B-B14F-4D97-AF65-F5344CB8AC3E}">
        <p14:creationId xmlns:p14="http://schemas.microsoft.com/office/powerpoint/2010/main" val="10659219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2" name="Titel 1">
            <a:extLst xmlns:a="http://schemas.openxmlformats.org/drawingml/2006/main">
              <a:ext uri="{FF2B5EF4-FFF2-40B4-BE49-F238E27FC236}">
                <a16:creationId xmlns:a16="http://schemas.microsoft.com/office/drawing/2014/main" id="{ABA44918-8081-45A6-BB40-07C972B0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511200"/>
            <a:ext cx="1117152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r>
              <a:rPr sz="2400" b="1" u="none">
                <a:solidFill>
                  <a:srgbClr val="000E52"/>
                </a:solidFill>
                <a:latin typeface="Verdana"/>
                <a:ea typeface="Verdana"/>
                <a:cs typeface="Verdana"/>
              </a:rPr>
              <a:t>Vier Prüfungen ersetzen die pauschale Einwilligungsfrage</a:t>
            </a:r>
          </a:p>
        </p:txBody>
      </p:sp>
      <p:pic>
        <p:nvPicPr>
          <p:cNvPr id="542" name="Grafik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56d2d1ef34d77"/>
          <a:stretch xmlns:a="http://schemas.openxmlformats.org/drawingml/2006/main"/>
        </p:blipFill>
        <p:spPr>
          <a:xfrm xmlns:a="http://schemas.openxmlformats.org/drawingml/2006/main">
            <a:off x="829080" y="1326240"/>
            <a:ext cx="3310200" cy="2484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24" name="Abgerundetes Rechteck 7">
            <a:extLst xmlns:a="http://schemas.openxmlformats.org/drawingml/2006/main">
              <a:ext uri="{FF2B5EF4-FFF2-40B4-BE49-F238E27FC236}">
                <a16:creationId xmlns:a16="http://schemas.microsoft.com/office/drawing/2014/main" id="{F544DEAC-E462-464B-ADD8-30A897EB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940920" y="3639240"/>
            <a:ext cx="1447200" cy="27309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25" name="Textfeld 17">
            <a:extLst xmlns:a="http://schemas.openxmlformats.org/drawingml/2006/main">
              <a:ext uri="{FF2B5EF4-FFF2-40B4-BE49-F238E27FC236}">
                <a16:creationId xmlns:a16="http://schemas.microsoft.com/office/drawing/2014/main" id="{D14C4746-9F4D-4546-9207-A8631AF8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840" y="4341600"/>
            <a:ext cx="2400840" cy="13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Transparenz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Quelle und Zweck nach Artikel 13 oder 14 offenlegen</a:t>
            </a:r>
          </a:p>
        </p:txBody>
      </p:sp>
      <p:sp>
        <p:nvSpPr>
          <p:cNvPr id="526" name="Abgerundetes Rechteck 18">
            <a:extLst xmlns:a="http://schemas.openxmlformats.org/drawingml/2006/main">
              <a:ext uri="{FF2B5EF4-FFF2-40B4-BE49-F238E27FC236}">
                <a16:creationId xmlns:a16="http://schemas.microsoft.com/office/drawing/2014/main" id="{CA18A85D-EFD1-4FE9-BFB4-03A5A1DC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42280" y="3623400"/>
            <a:ext cx="1447200" cy="27309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27" name="Textfeld 23">
            <a:extLst xmlns:a="http://schemas.openxmlformats.org/drawingml/2006/main">
              <a:ext uri="{FF2B5EF4-FFF2-40B4-BE49-F238E27FC236}">
                <a16:creationId xmlns:a16="http://schemas.microsoft.com/office/drawing/2014/main" id="{F4B5BF81-21D3-44B2-B780-68911DC0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920" y="4600080"/>
            <a:ext cx="2400840" cy="100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Aufgabenbezug</a:t>
            </a: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§ 311 Sozialgesetzbuch V</a:t>
            </a:r>
          </a:p>
        </p:txBody>
      </p:sp>
      <p:sp>
        <p:nvSpPr>
          <p:cNvPr id="528" name="Abgerundetes Rechteck 25">
            <a:extLst xmlns:a="http://schemas.openxmlformats.org/drawingml/2006/main">
              <a:ext uri="{FF2B5EF4-FFF2-40B4-BE49-F238E27FC236}">
                <a16:creationId xmlns:a16="http://schemas.microsoft.com/office/drawing/2014/main" id="{AE2311E1-9FD7-4437-BC06-D243E2DB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39920" y="3650040"/>
            <a:ext cx="1447200" cy="27309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29" name="Textfeld 35">
            <a:extLst xmlns:a="http://schemas.openxmlformats.org/drawingml/2006/main">
              <a:ext uri="{FF2B5EF4-FFF2-40B4-BE49-F238E27FC236}">
                <a16:creationId xmlns:a16="http://schemas.microsoft.com/office/drawing/2014/main" id="{4859907D-9476-4F07-AA90-27CF736F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560" y="4480200"/>
            <a:ext cx="2400840" cy="13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Kommunikation</a:t>
            </a: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Einzelansprache und künftige Einladungen getrennt prüfen</a:t>
            </a:r>
          </a:p>
        </p:txBody>
      </p:sp>
      <p:sp>
        <p:nvSpPr>
          <p:cNvPr id="530" name="Abgerundetes Rechteck 36">
            <a:extLst xmlns:a="http://schemas.openxmlformats.org/drawingml/2006/main">
              <a:ext uri="{FF2B5EF4-FFF2-40B4-BE49-F238E27FC236}">
                <a16:creationId xmlns:a16="http://schemas.microsoft.com/office/drawing/2014/main" id="{1A340984-3514-4E30-AA91-C014E6AB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38920" y="3650040"/>
            <a:ext cx="1447200" cy="27309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31" name="Textfeld 44">
            <a:extLst xmlns:a="http://schemas.openxmlformats.org/drawingml/2006/main">
              <a:ext uri="{FF2B5EF4-FFF2-40B4-BE49-F238E27FC236}">
                <a16:creationId xmlns:a16="http://schemas.microsoft.com/office/drawing/2014/main" id="{4638F352-130C-4787-8CEF-469900DF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560" y="4327200"/>
            <a:ext cx="2400840" cy="13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Zugriff und Frist</a:t>
            </a: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Zuständigkeit, Team und eigenes Format · prüfen und löschen</a:t>
            </a:r>
          </a:p>
        </p:txBody>
      </p:sp>
      <p:pic>
        <p:nvPicPr>
          <p:cNvPr id="55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022662e0b4aad"/>
          <a:stretch xmlns:a="http://schemas.openxmlformats.org/drawingml/2006/main"/>
        </p:blipFill>
        <p:spPr>
          <a:xfrm xmlns:a="http://schemas.openxmlformats.org/drawingml/2006/main" rot="3022200">
            <a:off x="5158080" y="1392480"/>
            <a:ext cx="2468160" cy="24681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552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f7f4620ee4c03"/>
          <a:stretch xmlns:a="http://schemas.openxmlformats.org/drawingml/2006/main"/>
        </p:blipFill>
        <p:spPr>
          <a:xfrm xmlns:a="http://schemas.openxmlformats.org/drawingml/2006/main">
            <a:off x="8916840" y="1380600"/>
            <a:ext cx="2445840" cy="2445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4" name="Eingebuchteter Richtungspfeil 15">
            <a:extLst xmlns:a="http://schemas.openxmlformats.org/drawingml/2006/main">
              <a:ext uri="{FF2B5EF4-FFF2-40B4-BE49-F238E27FC236}">
                <a16:creationId xmlns:a16="http://schemas.microsoft.com/office/drawing/2014/main" id="{B3F7B4A1-663A-42A9-9D97-A1E7E721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680" y="2492280"/>
            <a:ext cx="371160" cy="37116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623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35" name="Eingebuchteter Richtungspfeil 16">
            <a:extLst xmlns:a="http://schemas.openxmlformats.org/drawingml/2006/main">
              <a:ext uri="{FF2B5EF4-FFF2-40B4-BE49-F238E27FC236}">
                <a16:creationId xmlns:a16="http://schemas.microsoft.com/office/drawing/2014/main" id="{CB1E6A38-CF75-4B54-ACDF-B6E4FF76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200" y="2492280"/>
            <a:ext cx="371160" cy="37116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623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3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7478CBD-84B4-41AA-941F-3252C458A441}"/>
              </a:ext>
            </a:extLst>
          </p:cNvPr>
          <p:cNvSpPr>
            <a:spLocks xmlns:a="http://schemas.openxmlformats.org/drawingml/2006/main" noGrp="1"/>
          </p:cNvSpPr>
          <p:nvPr>
            <p:ph type="dt" idx="118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fld id="{2BDF306A-7418-4C3A-B5A4-9F82DA3A4FB7}" type="datetime1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01.08.2026</a:t>
            </a:fld>
          </a:p>
        </p:txBody>
      </p:sp>
      <p:sp>
        <p:nvSpPr>
          <p:cNvPr id="53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B0347B7-D497-43B9-8CB9-45C7D9D30F93}"/>
              </a:ext>
            </a:extLst>
          </p:cNvPr>
          <p:cNvSpPr>
            <a:spLocks xmlns:a="http://schemas.openxmlformats.org/drawingml/2006/main" noGrp="1"/>
          </p:cNvSpPr>
          <p:nvPr>
            <p:ph type="ftr" idx="119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spcAft>
                <a:spcPts val="601"/>
              </a:spcAft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spcAft>
                <a:spcPts val="601"/>
              </a:spcAft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Versorgungskompass · Datenschutz und Management</a:t>
            </a:r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5903389-3852-4DBD-B43E-FF4813898A25}"/>
              </a:ext>
            </a:extLst>
          </p:cNvPr>
          <p:cNvSpPr>
            <a:spLocks xmlns:a="http://schemas.openxmlformats.org/drawingml/2006/main" noGrp="1"/>
          </p:cNvSpPr>
          <p:nvPr>
            <p:ph type="sldNum" idx="8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B506D2-FFA9-4E78-B670-380166D37911}" type="slidenum"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1296462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2F1440D-53BB-4972-9624-1C0A37A59D41}"/>
              </a:ext>
            </a:extLst>
          </p:cNvPr>
          <p:cNvSpPr>
            <a:spLocks xmlns:a="http://schemas.openxmlformats.org/drawingml/2006/main" noGrp="1"/>
          </p:cNvSpPr>
          <p:nvPr>
            <p:ph type="sldNum" idx="120"/>
          </p:nvPr>
        </p:nvSpPr>
        <p:spPr>
          <a:xfrm xmlns:a="http://schemas.openxmlformats.org/drawingml/2006/main">
            <a:off x="10956600" y="6493680"/>
            <a:ext cx="68580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15225846-D0FC-45DA-B71E-E485C4B55EA1}" type="slidenum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&lt;number&gt;</a:t>
            </a:fld>
          </a:p>
        </p:txBody>
      </p:sp>
      <p:sp>
        <p:nvSpPr>
          <p:cNvPr id="539" name="Textfeld 9">
            <a:extLst xmlns:a="http://schemas.openxmlformats.org/drawingml/2006/main">
              <a:ext uri="{FF2B5EF4-FFF2-40B4-BE49-F238E27FC236}">
                <a16:creationId xmlns:a16="http://schemas.microsoft.com/office/drawing/2014/main" id="{24B1AE22-5655-4FF6-B993-D7B11800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20" y="3561120"/>
            <a:ext cx="3274560" cy="191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STUFE 0</a:t>
            </a:r>
            <a:br/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4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Organisation · öffentliche Einrichtungsdaten</a:t>
            </a:r>
          </a:p>
        </p:txBody>
      </p:sp>
      <p:sp>
        <p:nvSpPr>
          <p:cNvPr id="540" name="Textfeld 16">
            <a:extLst xmlns:a="http://schemas.openxmlformats.org/drawingml/2006/main">
              <a:ext uri="{FF2B5EF4-FFF2-40B4-BE49-F238E27FC236}">
                <a16:creationId xmlns:a16="http://schemas.microsoft.com/office/drawing/2014/main" id="{FDA28606-1FDA-422D-8BFA-9A811085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040" y="3561120"/>
            <a:ext cx="3274560" cy="222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STUFE 1</a:t>
            </a:r>
            <a:br/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4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Kontaktvorschlag · Minimaldaten · Quelle · Zuständigkeit</a:t>
            </a:r>
          </a:p>
        </p:txBody>
      </p:sp>
      <p:sp>
        <p:nvSpPr>
          <p:cNvPr id="54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342C39F-F57A-4F11-AFD4-4DB0A003CE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476640"/>
            <a:ext cx="1117152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Daten wachsen nur mit dem tatsächlichen Vorgang</a:t>
            </a:r>
          </a:p>
        </p:txBody>
      </p:sp>
      <p:sp>
        <p:nvSpPr>
          <p:cNvPr id="542" name="Textfeld 2">
            <a:extLst xmlns:a="http://schemas.openxmlformats.org/drawingml/2006/main">
              <a:ext uri="{FF2B5EF4-FFF2-40B4-BE49-F238E27FC236}">
                <a16:creationId xmlns:a16="http://schemas.microsoft.com/office/drawing/2014/main" id="{4B0EBFF4-E2F4-47CF-AB77-3D85118E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720" y="3532320"/>
            <a:ext cx="3274560" cy="25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STUFE 2</a:t>
            </a:r>
            <a:br/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4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Aktiver Kontakt · Vorgang · Termine · Notizen</a:t>
            </a:r>
          </a:p>
        </p:txBody>
      </p:sp>
      <p:pic>
        <p:nvPicPr>
          <p:cNvPr id="556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da9e279464200"/>
          <a:stretch xmlns:a="http://schemas.openxmlformats.org/drawingml/2006/main"/>
        </p:blipFill>
        <p:spPr>
          <a:xfrm xmlns:a="http://schemas.openxmlformats.org/drawingml/2006/main">
            <a:off x="1369080" y="1802160"/>
            <a:ext cx="2133000" cy="19695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557" name="Grafik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035165e4b4a7b"/>
          <a:stretch xmlns:a="http://schemas.openxmlformats.org/drawingml/2006/main"/>
        </p:blipFill>
        <p:spPr>
          <a:xfrm xmlns:a="http://schemas.openxmlformats.org/drawingml/2006/main">
            <a:off x="4813560" y="1486800"/>
            <a:ext cx="2023560" cy="18097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558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7234db3b84036"/>
          <a:stretch xmlns:a="http://schemas.openxmlformats.org/drawingml/2006/main"/>
        </p:blipFill>
        <p:spPr>
          <a:xfrm xmlns:a="http://schemas.openxmlformats.org/drawingml/2006/main">
            <a:off x="8376840" y="1674720"/>
            <a:ext cx="2023560" cy="16218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4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F5932AF-9917-4ADF-BAB4-43ECE64CD87C}"/>
              </a:ext>
            </a:extLst>
          </p:cNvPr>
          <p:cNvSpPr>
            <a:spLocks xmlns:a="http://schemas.openxmlformats.org/drawingml/2006/main" noGrp="1"/>
          </p:cNvSpPr>
          <p:nvPr>
            <p:ph type="dt" idx="121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fld id="{E5122EBF-1A91-42BF-BF60-6C927805EBBE}" type="datetime1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01.08.2026</a:t>
            </a:fld>
          </a:p>
        </p:txBody>
      </p:sp>
      <p:sp>
        <p:nvSpPr>
          <p:cNvPr id="54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9FAA678C-C72A-49CB-B1E1-6EC977D78B4C}"/>
              </a:ext>
            </a:extLst>
          </p:cNvPr>
          <p:cNvSpPr>
            <a:spLocks xmlns:a="http://schemas.openxmlformats.org/drawingml/2006/main" noGrp="1"/>
          </p:cNvSpPr>
          <p:nvPr>
            <p:ph type="ftr" idx="122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spcAft>
                <a:spcPts val="601"/>
              </a:spcAft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spcAft>
                <a:spcPts val="601"/>
              </a:spcAft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Versorgungskompass · Datenschutz und Management</a:t>
            </a:r>
          </a:p>
        </p:txBody>
      </p:sp>
    </p:spTree>
    <p:extLst>
      <p:ext uri="{BB962C8B-B14F-4D97-AF65-F5344CB8AC3E}">
        <p14:creationId xmlns:p14="http://schemas.microsoft.com/office/powerpoint/2010/main" val="12758005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DA69E95-720F-4D19-B89D-47F48923A6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7152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E-Health Community: Zweck bleibt getrennt</a:t>
            </a:r>
          </a:p>
        </p:txBody>
      </p:sp>
      <p:sp>
        <p:nvSpPr>
          <p:cNvPr id="549" name="Abgerundetes Rechteck 8">
            <a:extLst xmlns:a="http://schemas.openxmlformats.org/drawingml/2006/main">
              <a:ext uri="{FF2B5EF4-FFF2-40B4-BE49-F238E27FC236}">
                <a16:creationId xmlns:a16="http://schemas.microsoft.com/office/drawing/2014/main" id="{CE8681C0-0945-4654-AF07-2245FB84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940" y="1340640"/>
            <a:ext cx="2899800" cy="1098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EF4"/>
          </a:solidFill>
          <a:ln xmlns:a="http://schemas.openxmlformats.org/drawingml/2006/main" w="28575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Nur Community-Zweck</a:t>
            </a:r>
          </a:p>
        </p:txBody>
      </p:sp>
      <p:sp>
        <p:nvSpPr>
          <p:cNvPr id="550" name="Abgerundetes Rechteck 8">
            <a:extLst xmlns:a="http://schemas.openxmlformats.org/drawingml/2006/main">
              <a:ext uri="{FF2B5EF4-FFF2-40B4-BE49-F238E27FC236}">
                <a16:creationId xmlns:a16="http://schemas.microsoft.com/office/drawing/2014/main" id="{B2D24A0A-9F6D-49EE-ADC1-8E347A46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040" y="2527920"/>
            <a:ext cx="3858480" cy="1446840"/>
          </a:xfrm>
          <a:prstGeom xmlns:a="http://schemas.openxmlformats.org/drawingml/2006/main" prst="roundRect">
            <a:avLst>
              <a:gd name="adj" fmla="val 14070"/>
            </a:avLst>
          </a:prstGeom>
          <a:solidFill xmlns:a="http://schemas.openxmlformats.org/drawingml/2006/main">
            <a:srgbClr val="E9EEF4"/>
          </a:solidFill>
          <a:ln xmlns:a="http://schemas.openxmlformats.org/drawingml/2006/main" w="28575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Community + #Mitmachen</a:t>
            </a:r>
          </a:p>
        </p:txBody>
      </p:sp>
      <p:sp>
        <p:nvSpPr>
          <p:cNvPr id="551" name="Abgerundetes Rechteck 8">
            <a:extLst xmlns:a="http://schemas.openxmlformats.org/drawingml/2006/main">
              <a:ext uri="{FF2B5EF4-FFF2-40B4-BE49-F238E27FC236}">
                <a16:creationId xmlns:a16="http://schemas.microsoft.com/office/drawing/2014/main" id="{BCC1B2F8-731D-4619-9502-2C5300C6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000" y="4057920"/>
            <a:ext cx="2745000" cy="9345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EF4"/>
          </a:solidFill>
          <a:ln xmlns:a="http://schemas.openxmlformats.org/drawingml/2006/main" w="28575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Öffentliche Organisationen</a:t>
            </a:r>
          </a:p>
        </p:txBody>
      </p:sp>
      <p:pic>
        <p:nvPicPr>
          <p:cNvPr id="569" name="Grafik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1578c567342fa"/>
          <a:stretch xmlns:a="http://schemas.openxmlformats.org/drawingml/2006/main"/>
        </p:blipFill>
        <p:spPr>
          <a:xfrm xmlns:a="http://schemas.openxmlformats.org/drawingml/2006/main">
            <a:off x="466920" y="1019880"/>
            <a:ext cx="6174720" cy="5473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53" name="Abgerundetes Rechteck 15">
            <a:extLst xmlns:a="http://schemas.openxmlformats.org/drawingml/2006/main">
              <a:ext uri="{FF2B5EF4-FFF2-40B4-BE49-F238E27FC236}">
                <a16:creationId xmlns:a16="http://schemas.microsoft.com/office/drawing/2014/main" id="{42E65D3A-BB7F-4CBC-AEF9-92D33315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840" y="5357520"/>
            <a:ext cx="2127600" cy="5673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38100">
            <a:noFill/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Zweck prüfen</a:t>
            </a:r>
          </a:p>
        </p:txBody>
      </p:sp>
      <p:sp>
        <p:nvSpPr>
          <p:cNvPr id="554" name="Abgerundetes Rechteck 8">
            <a:extLst xmlns:a="http://schemas.openxmlformats.org/drawingml/2006/main">
              <a:ext uri="{FF2B5EF4-FFF2-40B4-BE49-F238E27FC236}">
                <a16:creationId xmlns:a16="http://schemas.microsoft.com/office/drawing/2014/main" id="{13252E11-E024-4A7F-AF7E-974F69D9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800" y="2530800"/>
            <a:ext cx="1933200" cy="6354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28575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Minimaler Abgleich</a:t>
            </a:r>
          </a:p>
        </p:txBody>
      </p:sp>
      <p:sp>
        <p:nvSpPr>
          <p:cNvPr id="555" name="Abgerundetes Rechteck 8">
            <a:extLst xmlns:a="http://schemas.openxmlformats.org/drawingml/2006/main">
              <a:ext uri="{FF2B5EF4-FFF2-40B4-BE49-F238E27FC236}">
                <a16:creationId xmlns:a16="http://schemas.microsoft.com/office/drawing/2014/main" id="{D9844E24-2C0E-4299-AA32-0B7A253C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680" y="1571400"/>
            <a:ext cx="2585880" cy="6606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28575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Nur Befragungen</a:t>
            </a:r>
          </a:p>
        </p:txBody>
      </p:sp>
      <p:sp>
        <p:nvSpPr>
          <p:cNvPr id="556" name="Abgerundetes Rechteck 8">
            <a:extLst xmlns:a="http://schemas.openxmlformats.org/drawingml/2006/main">
              <a:ext uri="{FF2B5EF4-FFF2-40B4-BE49-F238E27FC236}">
                <a16:creationId xmlns:a16="http://schemas.microsoft.com/office/drawing/2014/main" id="{46275571-8416-4294-BE94-ED452128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000" y="3305160"/>
            <a:ext cx="1875240" cy="6156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28575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Keine Panelantworten</a:t>
            </a:r>
          </a:p>
        </p:txBody>
      </p:sp>
      <p:sp>
        <p:nvSpPr>
          <p:cNvPr id="557" name="Abgerundetes Rechteck 8">
            <a:extLst xmlns:a="http://schemas.openxmlformats.org/drawingml/2006/main">
              <a:ext uri="{FF2B5EF4-FFF2-40B4-BE49-F238E27FC236}">
                <a16:creationId xmlns:a16="http://schemas.microsoft.com/office/drawing/2014/main" id="{104D6B73-5DAA-43BE-AEE0-EEB944D2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400" y="4292640"/>
            <a:ext cx="1875240" cy="53712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28575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Aggregierte Karte</a:t>
            </a:r>
          </a:p>
        </p:txBody>
      </p:sp>
      <p:sp>
        <p:nvSpPr>
          <p:cNvPr id="558" name="Eingebuchteter Richtungspfeil 18">
            <a:extLst xmlns:a="http://schemas.openxmlformats.org/drawingml/2006/main">
              <a:ext uri="{FF2B5EF4-FFF2-40B4-BE49-F238E27FC236}">
                <a16:creationId xmlns:a16="http://schemas.microsoft.com/office/drawing/2014/main" id="{8E36C301-BF1A-4FAE-8BD6-F504FFFE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440" y="1697760"/>
            <a:ext cx="326880" cy="38412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623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59" name="Eingebuchteter Richtungspfeil 19">
            <a:extLst xmlns:a="http://schemas.openxmlformats.org/drawingml/2006/main">
              <a:ext uri="{FF2B5EF4-FFF2-40B4-BE49-F238E27FC236}">
                <a16:creationId xmlns:a16="http://schemas.microsoft.com/office/drawing/2014/main" id="{DB84A5C9-BC35-43E8-B881-1B3521F5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600" y="2656440"/>
            <a:ext cx="326880" cy="38412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623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60" name="Eingebuchteter Richtungspfeil 20">
            <a:extLst xmlns:a="http://schemas.openxmlformats.org/drawingml/2006/main">
              <a:ext uri="{FF2B5EF4-FFF2-40B4-BE49-F238E27FC236}">
                <a16:creationId xmlns:a16="http://schemas.microsoft.com/office/drawing/2014/main" id="{D3485A40-ABC8-41A0-B28D-6161FE88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2760" y="3420720"/>
            <a:ext cx="326880" cy="38412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623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61" name="Eingebuchteter Richtungspfeil 3">
            <a:extLst xmlns:a="http://schemas.openxmlformats.org/drawingml/2006/main">
              <a:ext uri="{FF2B5EF4-FFF2-40B4-BE49-F238E27FC236}">
                <a16:creationId xmlns:a16="http://schemas.microsoft.com/office/drawing/2014/main" id="{584EC7DB-7DD2-4BA5-ACD0-3DCFF088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360" y="4367520"/>
            <a:ext cx="326880" cy="38412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000E52"/>
          </a:solidFill>
          <a:ln xmlns:a="http://schemas.openxmlformats.org/drawingml/2006/main">
            <a:solidFill>
              <a:srgbClr val="000623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6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4BEDE4C-072E-4EF8-B31E-A4D9A11DFB5A}"/>
              </a:ext>
            </a:extLst>
          </p:cNvPr>
          <p:cNvSpPr>
            <a:spLocks xmlns:a="http://schemas.openxmlformats.org/drawingml/2006/main" noGrp="1"/>
          </p:cNvSpPr>
          <p:nvPr>
            <p:ph type="dt" idx="123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fld id="{559B0469-BCDC-4A8E-BBC8-A41535A80152}" type="datetime1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01.08.2026</a:t>
            </a:fld>
          </a:p>
        </p:txBody>
      </p:sp>
      <p:sp>
        <p:nvSpPr>
          <p:cNvPr id="56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96606E2-DD70-4796-A97D-D7439A4C6A5C}"/>
              </a:ext>
            </a:extLst>
          </p:cNvPr>
          <p:cNvSpPr>
            <a:spLocks xmlns:a="http://schemas.openxmlformats.org/drawingml/2006/main" noGrp="1"/>
          </p:cNvSpPr>
          <p:nvPr>
            <p:ph type="ftr" idx="124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spcAft>
                <a:spcPts val="601"/>
              </a:spcAft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spcAft>
                <a:spcPts val="601"/>
              </a:spcAft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Versorgungskompass · Datenschutz und Management</a:t>
            </a:r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B4E5CD0-7D91-428F-B494-4A7974F4D936}"/>
              </a:ext>
            </a:extLst>
          </p:cNvPr>
          <p:cNvSpPr>
            <a:spLocks xmlns:a="http://schemas.openxmlformats.org/drawingml/2006/main" noGrp="1"/>
          </p:cNvSpPr>
          <p:nvPr>
            <p:ph type="sldNum" idx="9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1445E91-EE5A-4E7E-B8CC-D2DF6F1DC459}" type="slidenum"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4056948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03B2EE6-F5E0-480F-98B9-5A1FFD0ED3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08908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Zugriff folgt der Aufgabe – nicht der Einwilligung</a:t>
            </a:r>
          </a:p>
        </p:txBody>
      </p:sp>
      <p:sp>
        <p:nvSpPr>
          <p:cNvPr id="565" name="Abgerundetes Rechteck 9">
            <a:extLst xmlns:a="http://schemas.openxmlformats.org/drawingml/2006/main">
              <a:ext uri="{FF2B5EF4-FFF2-40B4-BE49-F238E27FC236}">
                <a16:creationId xmlns:a16="http://schemas.microsoft.com/office/drawing/2014/main" id="{D54729EF-DC15-42D6-8709-31314629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" y="1453680"/>
            <a:ext cx="4031640" cy="2314440"/>
          </a:xfrm>
          <a:prstGeom xmlns:a="http://schemas.openxmlformats.org/drawingml/2006/main" prst="roundRect">
            <a:avLst>
              <a:gd name="adj" fmla="val 12251"/>
            </a:avLst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sz="1600" b="1" u="none">
                <a:solidFill>
                  <a:srgbClr val="000E52"/>
                </a:solidFill>
                <a:latin typeface="Verdana"/>
                <a:ea typeface="Verdana"/>
                <a:cs typeface="Verdana"/>
              </a:rPr>
              <a:t>ALLGEMEINE SICHT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i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Organisationen · Regionen · aggregierte Angaben</a:t>
            </a:r>
            <a:br/>
          </a:p>
        </p:txBody>
      </p:sp>
      <p:sp>
        <p:nvSpPr>
          <p:cNvPr id="566" name="Abgerundetes Rechteck 11">
            <a:extLst xmlns:a="http://schemas.openxmlformats.org/drawingml/2006/main">
              <a:ext uri="{FF2B5EF4-FFF2-40B4-BE49-F238E27FC236}">
                <a16:creationId xmlns:a16="http://schemas.microsoft.com/office/drawing/2014/main" id="{4B07FF92-32E8-4246-B3C2-E392E666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20" y="1471320"/>
            <a:ext cx="4031640" cy="2314440"/>
          </a:xfrm>
          <a:prstGeom xmlns:a="http://schemas.openxmlformats.org/drawingml/2006/main" prst="roundRect">
            <a:avLst>
              <a:gd name="adj" fmla="val 9981"/>
            </a:avLst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sz="1600" b="1" u="none">
                <a:solidFill>
                  <a:srgbClr val="000E52"/>
                </a:solidFill>
                <a:latin typeface="Verdana"/>
                <a:ea typeface="Verdana"/>
                <a:cs typeface="Verdana"/>
              </a:rPr>
              <a:t>OPERATIVES TEAM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i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Eigene Formate · Termine · sachliche Notizen</a:t>
            </a:r>
          </a:p>
        </p:txBody>
      </p:sp>
      <p:sp>
        <p:nvSpPr>
          <p:cNvPr id="567" name="Abgerundetes Rechteck 18">
            <a:extLst xmlns:a="http://schemas.openxmlformats.org/drawingml/2006/main">
              <a:ext uri="{FF2B5EF4-FFF2-40B4-BE49-F238E27FC236}">
                <a16:creationId xmlns:a16="http://schemas.microsoft.com/office/drawing/2014/main" id="{35EE7B68-FACB-4952-B6CC-3164EA8A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680" y="4198680"/>
            <a:ext cx="4031640" cy="2009160"/>
          </a:xfrm>
          <a:prstGeom xmlns:a="http://schemas.openxmlformats.org/drawingml/2006/main" prst="roundRect">
            <a:avLst>
              <a:gd name="adj" fmla="val 11147"/>
            </a:avLst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sz="1600" b="1" u="none">
                <a:solidFill>
                  <a:srgbClr val="000E52"/>
                </a:solidFill>
                <a:latin typeface="Verdana"/>
                <a:ea typeface="Verdana"/>
                <a:cs typeface="Verdana"/>
              </a:rPr>
              <a:t>SPEZIALROLLEN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i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Community getrennt · Versandstatus getrennt · Administration nur protokolliert</a:t>
            </a:r>
          </a:p>
        </p:txBody>
      </p:sp>
      <p:sp>
        <p:nvSpPr>
          <p:cNvPr id="568" name="Abgerundetes Rechteck 2">
            <a:extLst xmlns:a="http://schemas.openxmlformats.org/drawingml/2006/main">
              <a:ext uri="{FF2B5EF4-FFF2-40B4-BE49-F238E27FC236}">
                <a16:creationId xmlns:a16="http://schemas.microsoft.com/office/drawing/2014/main" id="{97F79F71-39E2-4A7C-AD53-5EC55A33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" y="4198680"/>
            <a:ext cx="4031640" cy="2009160"/>
          </a:xfrm>
          <a:prstGeom xmlns:a="http://schemas.openxmlformats.org/drawingml/2006/main" prst="roundRect">
            <a:avLst>
              <a:gd name="adj" fmla="val 9981"/>
            </a:avLst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1"/>
              </a:spcAft>
              <a:buNone/>
            </a:pPr>
            <a:r>
              <a:rPr sz="1600" b="1" u="none">
                <a:solidFill>
                  <a:srgbClr val="000E52"/>
                </a:solidFill>
                <a:latin typeface="Verdana"/>
                <a:ea typeface="Verdana"/>
                <a:cs typeface="Verdana"/>
              </a:rPr>
              <a:t>KONTAKTVERANTWORTUNG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i="1" u="none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Quelle · ein beruflicher Kontaktweg · Prüffrist</a:t>
            </a:r>
            <a:br/>
          </a:p>
        </p:txBody>
      </p:sp>
      <p:pic>
        <p:nvPicPr>
          <p:cNvPr id="575" name="Grafik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9a94f817c4e8d"/>
          <a:stretch xmlns:a="http://schemas.openxmlformats.org/drawingml/2006/main"/>
        </p:blipFill>
        <p:spPr>
          <a:xfrm xmlns:a="http://schemas.openxmlformats.org/drawingml/2006/main">
            <a:off x="3938760" y="1881000"/>
            <a:ext cx="3817440" cy="3817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56B618E-0CC1-4FF8-920D-728E08A409F4}"/>
              </a:ext>
            </a:extLst>
          </p:cNvPr>
          <p:cNvSpPr>
            <a:spLocks xmlns:a="http://schemas.openxmlformats.org/drawingml/2006/main" noGrp="1"/>
          </p:cNvSpPr>
          <p:nvPr>
            <p:ph type="sldNum" idx="9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B2097-1C9C-49F6-9E5A-119FF7E73CBB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17419423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EA50D2B-8B50-4425-8A45-4BF30C265E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3320" y="511200"/>
            <a:ext cx="11171520" cy="93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90000"/>
              </a:lnSpc>
              <a:buNone/>
            </a:pPr>
            <a:r>
              <a:rPr sz="26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Sechs Prüfpunkte bis zur Pilotfreigabe</a:t>
            </a:r>
          </a:p>
        </p:txBody>
      </p:sp>
      <p:sp>
        <p:nvSpPr>
          <p:cNvPr id="571" name="Abgerundetes Rechteck 7">
            <a:extLst xmlns:a="http://schemas.openxmlformats.org/drawingml/2006/main">
              <a:ext uri="{FF2B5EF4-FFF2-40B4-BE49-F238E27FC236}">
                <a16:creationId xmlns:a16="http://schemas.microsoft.com/office/drawing/2014/main" id="{D54511EF-F35D-491B-B98F-B77FE598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840" y="1694160"/>
            <a:ext cx="3237840" cy="1710000"/>
          </a:xfrm>
          <a:prstGeom xmlns:a="http://schemas.openxmlformats.org/drawingml/2006/main" prst="roundRect">
            <a:avLst>
              <a:gd name="adj" fmla="val 14683"/>
            </a:avLst>
          </a:prstGeom>
          <a:solidFill xmlns:a="http://schemas.openxmlformats.org/drawingml/2006/main">
            <a:srgbClr val="99D7C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1–2 · RECHT UND TRANSPARENZ</a:t>
            </a:r>
          </a:p>
          <a:p xmlns:a="http://schemas.openxmlformats.org/drawingml/2006/main"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Aufgabenbezug · Rechtsgrundlage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Hinweise · Verzeichnis</a:t>
            </a:r>
          </a:p>
        </p:txBody>
      </p:sp>
      <p:sp>
        <p:nvSpPr>
          <p:cNvPr id="572" name="Oval 19">
            <a:extLst xmlns:a="http://schemas.openxmlformats.org/drawingml/2006/main">
              <a:ext uri="{FF2B5EF4-FFF2-40B4-BE49-F238E27FC236}">
                <a16:creationId xmlns:a16="http://schemas.microsoft.com/office/drawing/2014/main" id="{CF74FEAA-AC5D-418E-80D4-4916FEEA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3344040"/>
            <a:ext cx="456480" cy="456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73" name="Oval 20">
            <a:extLst xmlns:a="http://schemas.openxmlformats.org/drawingml/2006/main">
              <a:ext uri="{FF2B5EF4-FFF2-40B4-BE49-F238E27FC236}">
                <a16:creationId xmlns:a16="http://schemas.microsoft.com/office/drawing/2014/main" id="{CE244FA9-CB22-4DDF-9052-9B1D1521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4088520"/>
            <a:ext cx="456480" cy="456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74" name="Abgerundetes Rechteck 23">
            <a:extLst xmlns:a="http://schemas.openxmlformats.org/drawingml/2006/main">
              <a:ext uri="{FF2B5EF4-FFF2-40B4-BE49-F238E27FC236}">
                <a16:creationId xmlns:a16="http://schemas.microsoft.com/office/drawing/2014/main" id="{4DA57DDD-B5FB-47CB-BB11-1284DDE7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840" y="3755520"/>
            <a:ext cx="3237840" cy="1710000"/>
          </a:xfrm>
          <a:prstGeom xmlns:a="http://schemas.openxmlformats.org/drawingml/2006/main" prst="roundRect">
            <a:avLst>
              <a:gd name="adj" fmla="val 14683"/>
            </a:avLst>
          </a:prstGeom>
          <a:solidFill xmlns:a="http://schemas.openxmlformats.org/drawingml/2006/main">
            <a:srgbClr val="E9EEF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5–6 · BETRIEB UND PILOT</a:t>
            </a:r>
          </a:p>
          <a:p xmlns:a="http://schemas.openxmlformats.org/drawingml/2006/main"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Vertrag und Hosting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50 Kontakte · Prüfung nach vier Wochen</a:t>
            </a:r>
          </a:p>
        </p:txBody>
      </p:sp>
      <p:sp>
        <p:nvSpPr>
          <p:cNvPr id="575" name="Abgerundetes Rechteck 24">
            <a:extLst xmlns:a="http://schemas.openxmlformats.org/drawingml/2006/main">
              <a:ext uri="{FF2B5EF4-FFF2-40B4-BE49-F238E27FC236}">
                <a16:creationId xmlns:a16="http://schemas.microsoft.com/office/drawing/2014/main" id="{927734B1-D24B-42E1-BADF-C7021C78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080" y="2673360"/>
            <a:ext cx="3237840" cy="1710000"/>
          </a:xfrm>
          <a:prstGeom xmlns:a="http://schemas.openxmlformats.org/drawingml/2006/main" prst="roundRect">
            <a:avLst>
              <a:gd name="adj" fmla="val 14683"/>
            </a:avLst>
          </a:prstGeom>
          <a:solidFill xmlns:a="http://schemas.openxmlformats.org/drawingml/2006/main">
            <a:srgbClr val="BBC9D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3–4 · DATEN UND ZUGRIFF</a:t>
            </a:r>
          </a:p>
          <a:p xmlns:a="http://schemas.openxmlformats.org/drawingml/2006/main"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Feldliste · Rollenprüfung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 u="none">
                <a:solidFill>
                  <a:schemeClr val="dk1"/>
                </a:solidFill>
                <a:latin typeface="Verdana"/>
                <a:ea typeface="Verdana"/>
                <a:cs typeface="Verdana"/>
              </a:rPr>
              <a:t>Fristen · Löschung · Betroffenenrechte</a:t>
            </a:r>
          </a:p>
        </p:txBody>
      </p:sp>
      <p:pic>
        <p:nvPicPr>
          <p:cNvPr id="588" name="Grafik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98c7c759c4d73"/>
          <a:stretch xmlns:a="http://schemas.openxmlformats.org/drawingml/2006/main"/>
        </p:blipFill>
        <p:spPr>
          <a:xfrm xmlns:a="http://schemas.openxmlformats.org/drawingml/2006/main" rot="2700000">
            <a:off x="7977600" y="2948040"/>
            <a:ext cx="4111920" cy="41119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77" name="Oval 27">
            <a:extLst xmlns:a="http://schemas.openxmlformats.org/drawingml/2006/main">
              <a:ext uri="{FF2B5EF4-FFF2-40B4-BE49-F238E27FC236}">
                <a16:creationId xmlns:a16="http://schemas.microsoft.com/office/drawing/2014/main" id="{D7C24543-4DDE-4067-A544-D72C71CE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0" y="2599920"/>
            <a:ext cx="456480" cy="456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78" name="Oval 28">
            <a:extLst xmlns:a="http://schemas.openxmlformats.org/drawingml/2006/main">
              <a:ext uri="{FF2B5EF4-FFF2-40B4-BE49-F238E27FC236}">
                <a16:creationId xmlns:a16="http://schemas.microsoft.com/office/drawing/2014/main" id="{3BAC997E-9954-42EA-A4B0-4EBDD9C4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80" y="2672280"/>
            <a:ext cx="311400" cy="311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7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687527-E171-4702-BA6C-5DBAB83E95D8}"/>
              </a:ext>
            </a:extLst>
          </p:cNvPr>
          <p:cNvSpPr>
            <a:spLocks xmlns:a="http://schemas.openxmlformats.org/drawingml/2006/main" noGrp="1"/>
          </p:cNvSpPr>
          <p:nvPr>
            <p:ph type="dt" idx="125"/>
          </p:nvPr>
        </p:nvSpPr>
        <p:spPr>
          <a:xfrm xmlns:a="http://schemas.openxmlformats.org/drawingml/2006/main">
            <a:off x="2522160" y="6461640"/>
            <a:ext cx="68616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fld id="{B614A10F-7581-4379-B22F-00C00FD9C9D1}" type="datetime1"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01.08.2026</a:t>
            </a:fld>
          </a:p>
        </p:txBody>
      </p:sp>
      <p:sp>
        <p:nvSpPr>
          <p:cNvPr id="58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37D237C-F547-42F5-9BF5-9C85E60D7CB9}"/>
              </a:ext>
            </a:extLst>
          </p:cNvPr>
          <p:cNvSpPr>
            <a:spLocks xmlns:a="http://schemas.openxmlformats.org/drawingml/2006/main" noGrp="1"/>
          </p:cNvSpPr>
          <p:nvPr>
            <p:ph type="ftr" idx="126"/>
          </p:nvPr>
        </p:nvSpPr>
        <p:spPr>
          <a:xfrm xmlns:a="http://schemas.openxmlformats.org/drawingml/2006/main">
            <a:off x="3298680" y="6463800"/>
            <a:ext cx="6479640" cy="179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spcAft>
                <a:spcPts val="601"/>
              </a:spcAft>
              <a:buNone/>
              <a:def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spcAft>
                <a:spcPts val="601"/>
              </a:spcAft>
              <a:buNone/>
            </a:pPr>
            <a:r>
              <a:rPr sz="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Versorgungskompass · Datenschutz und Management</a:t>
            </a:r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F7C0ECD-E8E8-4126-8991-484530B8C76C}"/>
              </a:ext>
            </a:extLst>
          </p:cNvPr>
          <p:cNvSpPr>
            <a:spLocks xmlns:a="http://schemas.openxmlformats.org/drawingml/2006/main" noGrp="1"/>
          </p:cNvSpPr>
          <p:nvPr>
            <p:ph type="sldNum" idx="9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34CE016-23F7-47F0-AC23-D72DBB677693}" type="slidenum"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2095387397"/>
      </p:ext>
    </p:extLst>
  </p:cSld>
</p:sld>
</file>

<file path=ppt/theme/theme1.xml><?xml version="1.0" encoding="utf-8"?>
<a:theme xmlns:a="http://schemas.openxmlformats.org/drawingml/2006/main" name="gemantik">
  <a:themeElements>
    <a:clrScheme name="Benutzerdefiniert 5">
      <a:dk1>
        <a:srgbClr val="000E51"/>
      </a:dk1>
      <a:lt1>
        <a:srgbClr val="FFFFFF"/>
      </a:lt1>
      <a:dk2>
        <a:srgbClr val="8DA5C4"/>
      </a:dk2>
      <a:lt2>
        <a:srgbClr val="00766E"/>
      </a:lt2>
      <a:accent1>
        <a:srgbClr val="000E52"/>
      </a:accent1>
      <a:accent2>
        <a:srgbClr val="00FF64"/>
      </a:accent2>
      <a:accent3>
        <a:srgbClr val="4AFFFF"/>
      </a:accent3>
      <a:accent4>
        <a:srgbClr val="FF1B7C"/>
      </a:accent4>
      <a:accent5>
        <a:srgbClr val="EFEC00"/>
      </a:accent5>
      <a:accent6>
        <a:srgbClr val="42659F"/>
      </a:accent6>
      <a:hlink>
        <a:srgbClr val="000000"/>
      </a:hlink>
      <a:folHlink>
        <a:srgbClr val="000000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Benutzerdefiniert 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gematik – Projekt Versorgungskompass</ap:Application>
  <ap:PresentationFormat>Management-Entscheidungsvorlage</ap:PresentationFormat>
  <ap:Slides>10</ap:Slides>
  <ap:Notes>10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gematik – Projekt Versorgungskompass</dc:creator>
  <lastModifiedBy>gematik – Projekt Versorgungskompass</lastModifiedBy>
  <dc:title>Versorgungskompass – Datenschutz und Produktivpilot</dc:title>
  <dcterms:created xsi:type="dcterms:W3CDTF">2026-08-01T15:11:45.2110000Z</dcterms:created>
  <dcterms:modified xsi:type="dcterms:W3CDTF">2026-08-01T15:11:45.2110000Z</dcterms:modified>
</coreProperties>
</file>